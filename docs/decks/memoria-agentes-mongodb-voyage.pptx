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613ad8663943ed" /><Relationship Type="http://schemas.openxmlformats.org/officeDocument/2006/relationships/extended-properties" Target="/docProps/app.xml" Id="R8f8d66c2b78b45eb" /><Relationship Type="http://schemas.openxmlformats.org/officeDocument/2006/relationships/officeDocument" Target="/ppt/presentation.xml" Id="Rcc779a86e0e2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27d0edbcb143bd"/>
  </p:sldMasterIdLst>
  <p:notesMasterIdLst>
    <p:notesMasterId xmlns:r="http://schemas.openxmlformats.org/officeDocument/2006/relationships" r:id="R327a5c9548994804"/>
  </p:notesMasterIdLst>
  <p:sldIdLst>
    <p:sldId xmlns:r="http://schemas.openxmlformats.org/officeDocument/2006/relationships" id="256" r:id="R71e5c9e20313499a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cd2c4881a46e5" /><Relationship Type="http://schemas.openxmlformats.org/officeDocument/2006/relationships/slideMaster" Target="/ppt/slideMasters/slideMaster1.xml" Id="R9427d0edbcb143bd" /><Relationship Type="http://schemas.openxmlformats.org/officeDocument/2006/relationships/notesMaster" Target="/ppt/notesMasters/notesMaster1.xml" Id="R327a5c9548994804" /><Relationship Type="http://schemas.openxmlformats.org/officeDocument/2006/relationships/presProps" Target="/ppt/presProps.xml" Id="R978b2dcbccaa47e9" /><Relationship Type="http://schemas.openxmlformats.org/officeDocument/2006/relationships/tableStyles" Target="/ppt/tableStyles.xml" Id="R59e20877631841a2" /><Relationship Type="http://schemas.openxmlformats.org/officeDocument/2006/relationships/slide" Target="/ppt/slides/slide1.xml" Id="R71e5c9e2031349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4e66938e424d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5f5d3c4694387" /><Relationship Type="http://schemas.openxmlformats.org/officeDocument/2006/relationships/notesMaster" Target="/ppt/notesMasters/notesMaster1.xml" Id="Rb065d72ee7a341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0c55054d344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838af4e4154c41" /><Relationship Type="http://schemas.openxmlformats.org/officeDocument/2006/relationships/slideLayout" Target="/ppt/slideLayouts/slideLayout1.xml" Id="R82b22b705bb145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b22b705bb145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2d1ff4f9b454e" /><Relationship Type="http://schemas.openxmlformats.org/officeDocument/2006/relationships/notesSlide" Target="/ppt/notesSlides/notesSlide1.xml" Id="R7465a3df25b641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mongodb-leaf">
            <a:extLst xmlns:a="http://schemas.openxmlformats.org/drawingml/2006/main">
              <a:ext uri="{FF2B5EF4-FFF2-40B4-BE49-F238E27FC236}">
                <a16:creationId xmlns:a16="http://schemas.microsoft.com/office/drawing/2014/main" id="{24982D32-1AB8-4F9D-9C15-C74EB61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276225"/>
            <a:ext cx="1905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10241E"/>
            </a:solidFill>
            <a:prstDash val="solid"/>
          </a:ln>
        </p:spPr>
      </p:sp>
      <p:sp>
        <p:nvSpPr>
          <p:cNvPr id="2" name="mongodb-leaf-stem">
            <a:extLst xmlns:a="http://schemas.openxmlformats.org/drawingml/2006/main">
              <a:ext uri="{FF2B5EF4-FFF2-40B4-BE49-F238E27FC236}">
                <a16:creationId xmlns:a16="http://schemas.microsoft.com/office/drawing/2014/main" id="{DCB3EC10-1143-4577-B116-9E07DCA2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0241E"/>
            </a:solidFill>
            <a:prstDash val="solid"/>
          </a:ln>
        </p:spPr>
      </p:sp>
      <p:sp>
        <p:nvSpPr>
          <p:cNvPr id="3" name="mongodb-wordmark">
            <a:extLst xmlns:a="http://schemas.openxmlformats.org/drawingml/2006/main">
              <a:ext uri="{FF2B5EF4-FFF2-40B4-BE49-F238E27FC236}">
                <a16:creationId xmlns:a16="http://schemas.microsoft.com/office/drawing/2014/main" id="{EA0FDEF3-0B37-453F-B4CD-682F0B3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41E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0241E"/>
                </a:solidFill>
                <a:latin typeface="Georgia"/>
                <a:ea typeface="Georgia"/>
                <a:cs typeface="Georgia"/>
              </a:rPr>
              <a:t>MongoDB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89EE80-ACDB-4D1B-B85A-753CD97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Memória Persistente e Evolutiva para Agentes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1BF1CDD-D816-44DE-8CF5-9CD90FB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Sessões, fatos, políticas e evidências como dados consultáveis no MongoDB Atlas.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91B97B-78C4-4FF1-8CB2-C29D823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905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9525">
            <a:solidFill>
              <a:srgbClr val="00684A"/>
            </a:solidFill>
            <a:prstDash val="solid"/>
          </a:ln>
        </p:spPr>
      </p:sp>
      <p:sp>
        <p:nvSpPr>
          <p:cNvPr id="7" name="slide-number-label">
            <a:extLst xmlns:a="http://schemas.openxmlformats.org/drawingml/2006/main">
              <a:ext uri="{FF2B5EF4-FFF2-40B4-BE49-F238E27FC236}">
                <a16:creationId xmlns:a16="http://schemas.microsoft.com/office/drawing/2014/main" id="{78B81936-66C7-4CA0-84A1-0D32C79D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1905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challenge-card">
            <a:extLst xmlns:a="http://schemas.openxmlformats.org/drawingml/2006/main">
              <a:ext uri="{FF2B5EF4-FFF2-40B4-BE49-F238E27FC236}">
                <a16:creationId xmlns:a16="http://schemas.microsoft.com/office/drawing/2014/main" id="{1A0E03DE-7F09-49D4-B663-E7666C52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3429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9" name="challenge-icon">
            <a:extLst xmlns:a="http://schemas.openxmlformats.org/drawingml/2006/main">
              <a:ext uri="{FF2B5EF4-FFF2-40B4-BE49-F238E27FC236}">
                <a16:creationId xmlns:a16="http://schemas.microsoft.com/office/drawing/2014/main" id="{64F583E3-AC0B-42D2-8FC8-459CAEEF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10" name="challenge-icon-label">
            <a:extLst xmlns:a="http://schemas.openxmlformats.org/drawingml/2006/main">
              <a:ext uri="{FF2B5EF4-FFF2-40B4-BE49-F238E27FC236}">
                <a16:creationId xmlns:a16="http://schemas.microsoft.com/office/drawing/2014/main" id="{99B4A63A-B924-44ED-B0CC-93102CE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1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0CADC244-FBB1-439B-ACCA-9AEE14C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457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O DESAFIO</a:t>
            </a:r>
          </a:p>
        </p:txBody>
      </p:sp>
      <p:sp>
        <p:nvSpPr>
          <p:cNvPr id="12" name="challenge-accent">
            <a:extLst xmlns:a="http://schemas.openxmlformats.org/drawingml/2006/main">
              <a:ext uri="{FF2B5EF4-FFF2-40B4-BE49-F238E27FC236}">
                <a16:creationId xmlns:a16="http://schemas.microsoft.com/office/drawing/2014/main" id="{C14F39EE-D025-409C-BE24-A570F09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478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684A"/>
            </a:solidFill>
            <a:prstDash val="solid"/>
          </a:ln>
        </p:spPr>
      </p:sp>
      <p:sp>
        <p:nvSpPr>
          <p:cNvPr id="13" name="challenge-lead">
            <a:extLst xmlns:a="http://schemas.openxmlformats.org/drawingml/2006/main">
              <a:ext uri="{FF2B5EF4-FFF2-40B4-BE49-F238E27FC236}">
                <a16:creationId xmlns:a16="http://schemas.microsoft.com/office/drawing/2014/main" id="{CEAAE773-DEA7-4E79-B497-3275C8BA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905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544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90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Sem estado durável, cada turno perde valor.</a:t>
            </a:r>
          </a:p>
        </p:txBody>
      </p:sp>
      <p:sp>
        <p:nvSpPr>
          <p:cNvPr id="14" name="challenge-b1-dot">
            <a:extLst xmlns:a="http://schemas.openxmlformats.org/drawingml/2006/main">
              <a:ext uri="{FF2B5EF4-FFF2-40B4-BE49-F238E27FC236}">
                <a16:creationId xmlns:a16="http://schemas.microsoft.com/office/drawing/2014/main" id="{F2CC24E6-8FF5-49E6-80F8-DFBBF6B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5C"/>
          </a:solidFill>
          <a:ln xmlns:a="http://schemas.openxmlformats.org/drawingml/2006/main" w="4763">
            <a:solidFill>
              <a:srgbClr val="00A35C"/>
            </a:solidFill>
            <a:prstDash val="solid"/>
          </a:ln>
        </p:spPr>
      </p:sp>
      <p:sp>
        <p:nvSpPr>
          <p:cNvPr id="15" name="challenge-b1">
            <a:extLst xmlns:a="http://schemas.openxmlformats.org/drawingml/2006/main">
              <a:ext uri="{FF2B5EF4-FFF2-40B4-BE49-F238E27FC236}">
                <a16:creationId xmlns:a16="http://schemas.microsoft.com/office/drawing/2014/main" id="{61CB254D-35D8-4A47-8F13-C663FF6E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185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Histórico reinicia ou infla o prompt.</a:t>
            </a:r>
          </a:p>
        </p:txBody>
      </p:sp>
      <p:sp>
        <p:nvSpPr>
          <p:cNvPr id="16" name="challenge-b2-dot">
            <a:extLst xmlns:a="http://schemas.openxmlformats.org/drawingml/2006/main">
              <a:ext uri="{FF2B5EF4-FFF2-40B4-BE49-F238E27FC236}">
                <a16:creationId xmlns:a16="http://schemas.microsoft.com/office/drawing/2014/main" id="{56B765B5-5905-48A9-BF0B-C6852EC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5C"/>
          </a:solidFill>
          <a:ln xmlns:a="http://schemas.openxmlformats.org/drawingml/2006/main" w="4763">
            <a:solidFill>
              <a:srgbClr val="00A35C"/>
            </a:solidFill>
            <a:prstDash val="solid"/>
          </a:ln>
        </p:spPr>
      </p:sp>
      <p:sp>
        <p:nvSpPr>
          <p:cNvPr id="17" name="challenge-b2">
            <a:extLst xmlns:a="http://schemas.openxmlformats.org/drawingml/2006/main">
              <a:ext uri="{FF2B5EF4-FFF2-40B4-BE49-F238E27FC236}">
                <a16:creationId xmlns:a16="http://schemas.microsoft.com/office/drawing/2014/main" id="{4106CCCF-9B60-4294-8A80-6390E074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62"/>
          </a:bodyPr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185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Preferências, políticas e decisões se desconectam.</a:t>
            </a:r>
          </a:p>
        </p:txBody>
      </p:sp>
      <p:sp>
        <p:nvSpPr>
          <p:cNvPr id="18" name="challenge-b3-dot">
            <a:extLst xmlns:a="http://schemas.openxmlformats.org/drawingml/2006/main">
              <a:ext uri="{FF2B5EF4-FFF2-40B4-BE49-F238E27FC236}">
                <a16:creationId xmlns:a16="http://schemas.microsoft.com/office/drawing/2014/main" id="{A1FA81F6-980F-4AB6-80CE-57910FDF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35C"/>
          </a:solidFill>
          <a:ln xmlns:a="http://schemas.openxmlformats.org/drawingml/2006/main" w="4763">
            <a:solidFill>
              <a:srgbClr val="00A35C"/>
            </a:solidFill>
            <a:prstDash val="solid"/>
          </a:ln>
        </p:spPr>
      </p:sp>
      <p:sp>
        <p:nvSpPr>
          <p:cNvPr id="19" name="challenge-b3">
            <a:extLst xmlns:a="http://schemas.openxmlformats.org/drawingml/2006/main">
              <a:ext uri="{FF2B5EF4-FFF2-40B4-BE49-F238E27FC236}">
                <a16:creationId xmlns:a16="http://schemas.microsoft.com/office/drawing/2014/main" id="{4857F023-AA2A-447E-94A6-EAD254B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733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85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185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Isolamento e auditoria ficam frágeis.</a:t>
            </a:r>
          </a:p>
        </p:txBody>
      </p:sp>
      <p:sp>
        <p:nvSpPr>
          <p:cNvPr id="20" name="solution-card">
            <a:extLst xmlns:a="http://schemas.openxmlformats.org/drawingml/2006/main">
              <a:ext uri="{FF2B5EF4-FFF2-40B4-BE49-F238E27FC236}">
                <a16:creationId xmlns:a16="http://schemas.microsoft.com/office/drawing/2014/main" id="{F668EC0E-1381-41B7-8F42-932A9468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38250"/>
            <a:ext cx="7239000" cy="1905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E8DC3698-D357-4587-8EF9-EFA461C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38275"/>
            <a:ext cx="666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COMO RESOLVEMOS — MONGODB ATLAS + VOYAGE AI</a:t>
            </a:r>
          </a:p>
        </p:txBody>
      </p:sp>
      <p:sp>
        <p:nvSpPr>
          <p:cNvPr id="22" name="solution-subtitle">
            <a:extLst xmlns:a="http://schemas.openxmlformats.org/drawingml/2006/main">
              <a:ext uri="{FF2B5EF4-FFF2-40B4-BE49-F238E27FC236}">
                <a16:creationId xmlns:a16="http://schemas.microsoft.com/office/drawing/2014/main" id="{DBA71486-91B3-4F84-A34F-32C06C7E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907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215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Um único sistema de registro conecta memória, recuperação semântica, política e ação.</a:t>
            </a:r>
          </a:p>
        </p:txBody>
      </p:sp>
      <p:sp>
        <p:nvSpPr>
          <p:cNvPr id="23" name="solve-persist">
            <a:extLst xmlns:a="http://schemas.openxmlformats.org/drawingml/2006/main">
              <a:ext uri="{FF2B5EF4-FFF2-40B4-BE49-F238E27FC236}">
                <a16:creationId xmlns:a16="http://schemas.microsoft.com/office/drawing/2014/main" id="{D402300C-7831-4669-9084-5784C6D0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14550"/>
            <a:ext cx="2047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24" name="solve-persist-badge">
            <a:extLst xmlns:a="http://schemas.openxmlformats.org/drawingml/2006/main">
              <a:ext uri="{FF2B5EF4-FFF2-40B4-BE49-F238E27FC236}">
                <a16:creationId xmlns:a16="http://schemas.microsoft.com/office/drawing/2014/main" id="{3FA1CF2B-3027-48C6-9092-44F058FB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400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25" name="solve-persist-badge-label">
            <a:extLst xmlns:a="http://schemas.openxmlformats.org/drawingml/2006/main">
              <a:ext uri="{FF2B5EF4-FFF2-40B4-BE49-F238E27FC236}">
                <a16:creationId xmlns:a16="http://schemas.microsoft.com/office/drawing/2014/main" id="{DB44FF47-00F9-47BA-9332-F439C672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28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26" name="solve-persist-title">
            <a:extLst xmlns:a="http://schemas.openxmlformats.org/drawingml/2006/main">
              <a:ext uri="{FF2B5EF4-FFF2-40B4-BE49-F238E27FC236}">
                <a16:creationId xmlns:a16="http://schemas.microsoft.com/office/drawing/2014/main" id="{45405DDF-E0DE-46A4-83CD-25869152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027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PERSISTIR</a:t>
            </a:r>
          </a:p>
        </p:txBody>
      </p:sp>
      <p:sp>
        <p:nvSpPr>
          <p:cNvPr id="27" name="solve-persist-body">
            <a:extLst xmlns:a="http://schemas.openxmlformats.org/drawingml/2006/main">
              <a:ext uri="{FF2B5EF4-FFF2-40B4-BE49-F238E27FC236}">
                <a16:creationId xmlns:a16="http://schemas.microsoft.com/office/drawing/2014/main" id="{3D769A61-6DAE-44DF-847E-D2E1B91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Estado e fatos em documentos.</a:t>
            </a:r>
          </a:p>
        </p:txBody>
      </p:sp>
      <p:sp>
        <p:nvSpPr>
          <p:cNvPr id="28" name="solve-find">
            <a:extLst xmlns:a="http://schemas.openxmlformats.org/drawingml/2006/main">
              <a:ext uri="{FF2B5EF4-FFF2-40B4-BE49-F238E27FC236}">
                <a16:creationId xmlns:a16="http://schemas.microsoft.com/office/drawing/2014/main" id="{F6593DEE-D8EB-4FD4-87A8-CCC7C438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2047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29" name="solve-find-badge">
            <a:extLst xmlns:a="http://schemas.openxmlformats.org/drawingml/2006/main">
              <a:ext uri="{FF2B5EF4-FFF2-40B4-BE49-F238E27FC236}">
                <a16:creationId xmlns:a16="http://schemas.microsoft.com/office/drawing/2014/main" id="{389CB51F-A353-4D33-AAEE-1FFD4FF4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00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30" name="solve-find-badge-label">
            <a:extLst xmlns:a="http://schemas.openxmlformats.org/drawingml/2006/main">
              <a:ext uri="{FF2B5EF4-FFF2-40B4-BE49-F238E27FC236}">
                <a16:creationId xmlns:a16="http://schemas.microsoft.com/office/drawing/2014/main" id="{3A867FD2-F298-402C-B704-9283B4A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31" name="solve-find-title">
            <a:extLst xmlns:a="http://schemas.openxmlformats.org/drawingml/2006/main">
              <a:ext uri="{FF2B5EF4-FFF2-40B4-BE49-F238E27FC236}">
                <a16:creationId xmlns:a16="http://schemas.microsoft.com/office/drawing/2014/main" id="{785EAD96-35D9-4A20-8A4C-3A68AD2B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0275"/>
            <a:ext cx="1257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ENCONTRAR</a:t>
            </a:r>
          </a:p>
        </p:txBody>
      </p:sp>
      <p:sp>
        <p:nvSpPr>
          <p:cNvPr id="32" name="solve-find-body">
            <a:extLst xmlns:a="http://schemas.openxmlformats.org/drawingml/2006/main">
              <a:ext uri="{FF2B5EF4-FFF2-40B4-BE49-F238E27FC236}">
                <a16:creationId xmlns:a16="http://schemas.microsoft.com/office/drawing/2014/main" id="{94C87416-C0B2-49D9-B462-4752A18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003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56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Voyage + relevância vetorial.</a:t>
            </a:r>
          </a:p>
        </p:txBody>
      </p:sp>
      <p:sp>
        <p:nvSpPr>
          <p:cNvPr id="33" name="solve-govern">
            <a:extLst xmlns:a="http://schemas.openxmlformats.org/drawingml/2006/main">
              <a:ext uri="{FF2B5EF4-FFF2-40B4-BE49-F238E27FC236}">
                <a16:creationId xmlns:a16="http://schemas.microsoft.com/office/drawing/2014/main" id="{F5F8259C-B562-4666-B4AC-FEDE98AD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14550"/>
            <a:ext cx="2324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34" name="solve-govern-badge">
            <a:extLst xmlns:a="http://schemas.openxmlformats.org/drawingml/2006/main">
              <a:ext uri="{FF2B5EF4-FFF2-40B4-BE49-F238E27FC236}">
                <a16:creationId xmlns:a16="http://schemas.microsoft.com/office/drawing/2014/main" id="{8F6A788C-D72E-48D8-A219-F811362C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400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35" name="solve-govern-badge-label">
            <a:extLst xmlns:a="http://schemas.openxmlformats.org/drawingml/2006/main">
              <a:ext uri="{FF2B5EF4-FFF2-40B4-BE49-F238E27FC236}">
                <a16:creationId xmlns:a16="http://schemas.microsoft.com/office/drawing/2014/main" id="{9A7F4851-4DD4-4200-A32D-2DF4246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28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6" name="solve-govern-title">
            <a:extLst xmlns:a="http://schemas.openxmlformats.org/drawingml/2006/main">
              <a:ext uri="{FF2B5EF4-FFF2-40B4-BE49-F238E27FC236}">
                <a16:creationId xmlns:a16="http://schemas.microsoft.com/office/drawing/2014/main" id="{CEE88CBE-8643-40A3-A1DA-AABE9569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0275"/>
            <a:ext cx="1524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GOVERNAR E AGIR</a:t>
            </a:r>
          </a:p>
        </p:txBody>
      </p:sp>
      <p:sp>
        <p:nvSpPr>
          <p:cNvPr id="37" name="solve-govern-body">
            <a:extLst xmlns:a="http://schemas.openxmlformats.org/drawingml/2006/main">
              <a:ext uri="{FF2B5EF4-FFF2-40B4-BE49-F238E27FC236}">
                <a16:creationId xmlns:a16="http://schemas.microsoft.com/office/drawing/2014/main" id="{C9090A58-1146-4D87-A424-1F0B16DB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75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Filtros, TTL, transações e MCP.</a:t>
            </a:r>
          </a:p>
        </p:txBody>
      </p:sp>
      <p:sp>
        <p:nvSpPr>
          <p:cNvPr id="38" name="solution-callout">
            <a:extLst xmlns:a="http://schemas.openxmlformats.org/drawingml/2006/main">
              <a:ext uri="{FF2B5EF4-FFF2-40B4-BE49-F238E27FC236}">
                <a16:creationId xmlns:a16="http://schemas.microsoft.com/office/drawing/2014/main" id="{5E988E24-184C-46D2-B9B0-B96F8516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67056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39" name="solution-callout-text">
            <a:extLst xmlns:a="http://schemas.openxmlformats.org/drawingml/2006/main">
              <a:ext uri="{FF2B5EF4-FFF2-40B4-BE49-F238E27FC236}">
                <a16:creationId xmlns:a16="http://schemas.microsoft.com/office/drawing/2014/main" id="{D31BFA6A-6145-438A-8FB8-22506A41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Memória vira dado consultável — não texto colado indefinidamente no prompt.</a:t>
            </a:r>
          </a:p>
        </p:txBody>
      </p:sp>
      <p:sp>
        <p:nvSpPr>
          <p:cNvPr id="40" name="stack-card">
            <a:extLst xmlns:a="http://schemas.openxmlformats.org/drawingml/2006/main">
              <a:ext uri="{FF2B5EF4-FFF2-40B4-BE49-F238E27FC236}">
                <a16:creationId xmlns:a16="http://schemas.microsoft.com/office/drawing/2014/main" id="{11DF3322-91C6-483C-B6B9-8EADF638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38250"/>
            <a:ext cx="3429000" cy="571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41" name="stack-title">
            <a:extLst xmlns:a="http://schemas.openxmlformats.org/drawingml/2006/main">
              <a:ext uri="{FF2B5EF4-FFF2-40B4-BE49-F238E27FC236}">
                <a16:creationId xmlns:a16="http://schemas.microsoft.com/office/drawing/2014/main" id="{7A2B3526-5123-4A5F-83B4-680BA69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14382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603"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O QUE CADA CAMADA RESOLVE</a:t>
            </a:r>
          </a:p>
        </p:txBody>
      </p:sp>
      <p:sp>
        <p:nvSpPr>
          <p:cNvPr id="42" name="stack-subtitle">
            <a:extLst xmlns:a="http://schemas.openxmlformats.org/drawingml/2006/main">
              <a:ext uri="{FF2B5EF4-FFF2-40B4-BE49-F238E27FC236}">
                <a16:creationId xmlns:a16="http://schemas.microsoft.com/office/drawing/2014/main" id="{3ED45954-FF8D-40B5-B2ED-B8212DC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1790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Capacidade → problema eliminado</a:t>
            </a:r>
          </a:p>
        </p:txBody>
      </p:sp>
      <p:sp>
        <p:nvSpPr>
          <p:cNvPr id="43" name="stack-doc-badge">
            <a:extLst xmlns:a="http://schemas.openxmlformats.org/drawingml/2006/main">
              <a:ext uri="{FF2B5EF4-FFF2-40B4-BE49-F238E27FC236}">
                <a16:creationId xmlns:a16="http://schemas.microsoft.com/office/drawing/2014/main" id="{E00181CF-AC76-4C62-80DF-1DEB6089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1812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44" name="stack-doc-badge-label">
            <a:extLst xmlns:a="http://schemas.openxmlformats.org/drawingml/2006/main">
              <a:ext uri="{FF2B5EF4-FFF2-40B4-BE49-F238E27FC236}">
                <a16:creationId xmlns:a16="http://schemas.microsoft.com/office/drawing/2014/main" id="{EE3F95A4-0C29-4A3F-A842-9FB57C9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1812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DB</a:t>
            </a:r>
          </a:p>
        </p:txBody>
      </p:sp>
      <p:sp>
        <p:nvSpPr>
          <p:cNvPr id="45" name="stack-doc-title">
            <a:extLst xmlns:a="http://schemas.openxmlformats.org/drawingml/2006/main">
              <a:ext uri="{FF2B5EF4-FFF2-40B4-BE49-F238E27FC236}">
                <a16:creationId xmlns:a16="http://schemas.microsoft.com/office/drawing/2014/main" id="{584562B2-0BDF-4300-A408-EBDFFDAE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1431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MongoDB Document Model</a:t>
            </a:r>
          </a:p>
        </p:txBody>
      </p:sp>
      <p:sp>
        <p:nvSpPr>
          <p:cNvPr id="46" name="stack-doc-body">
            <a:extLst xmlns:a="http://schemas.openxmlformats.org/drawingml/2006/main">
              <a:ext uri="{FF2B5EF4-FFF2-40B4-BE49-F238E27FC236}">
                <a16:creationId xmlns:a16="http://schemas.microsoft.com/office/drawing/2014/main" id="{866A1881-B209-4626-8ACF-19C055B5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400300"/>
            <a:ext cx="2266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Estado flexível, durável, versionável e auditável.</a:t>
            </a:r>
          </a:p>
        </p:txBody>
      </p:sp>
      <p:sp>
        <p:nvSpPr>
          <p:cNvPr id="47" name="stack-doc-rule">
            <a:extLst xmlns:a="http://schemas.openxmlformats.org/drawingml/2006/main">
              <a:ext uri="{FF2B5EF4-FFF2-40B4-BE49-F238E27FC236}">
                <a16:creationId xmlns:a16="http://schemas.microsoft.com/office/drawing/2014/main" id="{3C54CEFF-970D-4D54-BB81-9CD51A0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809875"/>
            <a:ext cx="294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48" name="stack-voyage-badge">
            <a:extLst xmlns:a="http://schemas.openxmlformats.org/drawingml/2006/main">
              <a:ext uri="{FF2B5EF4-FFF2-40B4-BE49-F238E27FC236}">
                <a16:creationId xmlns:a16="http://schemas.microsoft.com/office/drawing/2014/main" id="{CF397C86-F023-4793-807B-5151D8B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8956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49" name="stack-voyage-badge-label">
            <a:extLst xmlns:a="http://schemas.openxmlformats.org/drawingml/2006/main">
              <a:ext uri="{FF2B5EF4-FFF2-40B4-BE49-F238E27FC236}">
                <a16:creationId xmlns:a16="http://schemas.microsoft.com/office/drawing/2014/main" id="{AC9350CE-0E81-4CBD-99D7-226E5767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50" name="stack-voyage-title">
            <a:extLst xmlns:a="http://schemas.openxmlformats.org/drawingml/2006/main">
              <a:ext uri="{FF2B5EF4-FFF2-40B4-BE49-F238E27FC236}">
                <a16:creationId xmlns:a16="http://schemas.microsoft.com/office/drawing/2014/main" id="{C5865C92-9F43-4F32-8853-66BEBB7F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8575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Voyage AI autoEmbed</a:t>
            </a:r>
          </a:p>
        </p:txBody>
      </p:sp>
      <p:sp>
        <p:nvSpPr>
          <p:cNvPr id="51" name="stack-voyage-body">
            <a:extLst xmlns:a="http://schemas.openxmlformats.org/drawingml/2006/main">
              <a:ext uri="{FF2B5EF4-FFF2-40B4-BE49-F238E27FC236}">
                <a16:creationId xmlns:a16="http://schemas.microsoft.com/office/drawing/2014/main" id="{0530514C-84EA-49DF-8681-EF6DD0F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114675"/>
            <a:ext cx="2266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Gera embeddings de conteúdo e consulta no Atlas.</a:t>
            </a:r>
          </a:p>
        </p:txBody>
      </p:sp>
      <p:sp>
        <p:nvSpPr>
          <p:cNvPr id="52" name="stack-voyage-rule">
            <a:extLst xmlns:a="http://schemas.openxmlformats.org/drawingml/2006/main">
              <a:ext uri="{FF2B5EF4-FFF2-40B4-BE49-F238E27FC236}">
                <a16:creationId xmlns:a16="http://schemas.microsoft.com/office/drawing/2014/main" id="{1191D9C4-C1C3-4A65-8B28-BBE4B7A4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524250"/>
            <a:ext cx="294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53" name="stack-vector-badge">
            <a:extLst xmlns:a="http://schemas.openxmlformats.org/drawingml/2006/main">
              <a:ext uri="{FF2B5EF4-FFF2-40B4-BE49-F238E27FC236}">
                <a16:creationId xmlns:a16="http://schemas.microsoft.com/office/drawing/2014/main" id="{5861C2B9-A1C3-4D20-95E8-D154C62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60997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54" name="stack-vector-badge-label">
            <a:extLst xmlns:a="http://schemas.openxmlformats.org/drawingml/2006/main">
              <a:ext uri="{FF2B5EF4-FFF2-40B4-BE49-F238E27FC236}">
                <a16:creationId xmlns:a16="http://schemas.microsoft.com/office/drawing/2014/main" id="{D165C13C-5CFC-4D5E-B940-A9480400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36099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55" name="stack-vector-title">
            <a:extLst xmlns:a="http://schemas.openxmlformats.org/drawingml/2006/main">
              <a:ext uri="{FF2B5EF4-FFF2-40B4-BE49-F238E27FC236}">
                <a16:creationId xmlns:a16="http://schemas.microsoft.com/office/drawing/2014/main" id="{6BAE7CDB-7786-4DD4-A8AF-861FA019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5718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Atlas Vector Search</a:t>
            </a:r>
          </a:p>
        </p:txBody>
      </p:sp>
      <p:sp>
        <p:nvSpPr>
          <p:cNvPr id="56" name="stack-vector-body">
            <a:extLst xmlns:a="http://schemas.openxmlformats.org/drawingml/2006/main">
              <a:ext uri="{FF2B5EF4-FFF2-40B4-BE49-F238E27FC236}">
                <a16:creationId xmlns:a16="http://schemas.microsoft.com/office/drawing/2014/main" id="{6366F0A3-E2D3-449F-8E56-80866F4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829050"/>
            <a:ext cx="2266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Recupera memória, cache, denylist e catálogo relevantes.</a:t>
            </a:r>
          </a:p>
        </p:txBody>
      </p:sp>
      <p:sp>
        <p:nvSpPr>
          <p:cNvPr id="57" name="stack-vector-rule">
            <a:extLst xmlns:a="http://schemas.openxmlformats.org/drawingml/2006/main">
              <a:ext uri="{FF2B5EF4-FFF2-40B4-BE49-F238E27FC236}">
                <a16:creationId xmlns:a16="http://schemas.microsoft.com/office/drawing/2014/main" id="{611C1723-1A9C-4F3B-9213-422AAE2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238625"/>
            <a:ext cx="294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58" name="stack-search-badge">
            <a:extLst xmlns:a="http://schemas.openxmlformats.org/drawingml/2006/main">
              <a:ext uri="{FF2B5EF4-FFF2-40B4-BE49-F238E27FC236}">
                <a16:creationId xmlns:a16="http://schemas.microsoft.com/office/drawing/2014/main" id="{599D8C73-CDA1-4FCB-9E85-621EC482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324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59" name="stack-search-badge-label">
            <a:extLst xmlns:a="http://schemas.openxmlformats.org/drawingml/2006/main">
              <a:ext uri="{FF2B5EF4-FFF2-40B4-BE49-F238E27FC236}">
                <a16:creationId xmlns:a16="http://schemas.microsoft.com/office/drawing/2014/main" id="{35BF3FA2-B7AA-4260-9979-FA4127B5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324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60" name="stack-search-title">
            <a:extLst xmlns:a="http://schemas.openxmlformats.org/drawingml/2006/main">
              <a:ext uri="{FF2B5EF4-FFF2-40B4-BE49-F238E27FC236}">
                <a16:creationId xmlns:a16="http://schemas.microsoft.com/office/drawing/2014/main" id="{2FB96D14-E5C3-4FB9-A88F-26AE4A6D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2862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Query / Atlas Search</a:t>
            </a:r>
          </a:p>
        </p:txBody>
      </p:sp>
      <p:sp>
        <p:nvSpPr>
          <p:cNvPr id="61" name="stack-search-body">
            <a:extLst xmlns:a="http://schemas.openxmlformats.org/drawingml/2006/main">
              <a:ext uri="{FF2B5EF4-FFF2-40B4-BE49-F238E27FC236}">
                <a16:creationId xmlns:a16="http://schemas.microsoft.com/office/drawing/2014/main" id="{9BEC4DE2-F764-4D38-868F-51C6E322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543425"/>
            <a:ext cx="2266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Exato + filtros + lexical; base para recuperação híbrida.</a:t>
            </a:r>
          </a:p>
        </p:txBody>
      </p:sp>
      <p:sp>
        <p:nvSpPr>
          <p:cNvPr id="62" name="stack-search-rule">
            <a:extLst xmlns:a="http://schemas.openxmlformats.org/drawingml/2006/main">
              <a:ext uri="{FF2B5EF4-FFF2-40B4-BE49-F238E27FC236}">
                <a16:creationId xmlns:a16="http://schemas.microsoft.com/office/drawing/2014/main" id="{AD93C56B-2713-4D2F-97AF-546592EB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953000"/>
            <a:ext cx="294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63" name="stack-life-badge">
            <a:extLst xmlns:a="http://schemas.openxmlformats.org/drawingml/2006/main">
              <a:ext uri="{FF2B5EF4-FFF2-40B4-BE49-F238E27FC236}">
                <a16:creationId xmlns:a16="http://schemas.microsoft.com/office/drawing/2014/main" id="{074C1989-082D-4AAC-BC99-033F9F73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038725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64" name="stack-life-badge-label">
            <a:extLst xmlns:a="http://schemas.openxmlformats.org/drawingml/2006/main">
              <a:ext uri="{FF2B5EF4-FFF2-40B4-BE49-F238E27FC236}">
                <a16:creationId xmlns:a16="http://schemas.microsoft.com/office/drawing/2014/main" id="{1A840D3B-EBA7-4001-8E07-F7D93D2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0387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TTL</a:t>
            </a:r>
          </a:p>
        </p:txBody>
      </p:sp>
      <p:sp>
        <p:nvSpPr>
          <p:cNvPr id="65" name="stack-life-title">
            <a:extLst xmlns:a="http://schemas.openxmlformats.org/drawingml/2006/main">
              <a:ext uri="{FF2B5EF4-FFF2-40B4-BE49-F238E27FC236}">
                <a16:creationId xmlns:a16="http://schemas.microsoft.com/office/drawing/2014/main" id="{CDAB3864-DFEC-4B78-A0DA-1EA6C55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0006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TTL + transações ACID</a:t>
            </a:r>
          </a:p>
        </p:txBody>
      </p:sp>
      <p:sp>
        <p:nvSpPr>
          <p:cNvPr id="66" name="stack-life-body">
            <a:extLst xmlns:a="http://schemas.openxmlformats.org/drawingml/2006/main">
              <a:ext uri="{FF2B5EF4-FFF2-40B4-BE49-F238E27FC236}">
                <a16:creationId xmlns:a16="http://schemas.microsoft.com/office/drawing/2014/main" id="{98B65395-DFB8-4707-B72C-DFC7D74A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257800"/>
            <a:ext cx="2266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Expira estado efêmero e supersede fatos sem apagar histórico.</a:t>
            </a:r>
          </a:p>
        </p:txBody>
      </p:sp>
      <p:sp>
        <p:nvSpPr>
          <p:cNvPr id="67" name="stack-life-rule">
            <a:extLst xmlns:a="http://schemas.openxmlformats.org/drawingml/2006/main">
              <a:ext uri="{FF2B5EF4-FFF2-40B4-BE49-F238E27FC236}">
                <a16:creationId xmlns:a16="http://schemas.microsoft.com/office/drawing/2014/main" id="{3B32F483-215C-4DB5-972D-D28F6F8F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667375"/>
            <a:ext cx="294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68" name="stack-mcp-badge">
            <a:extLst xmlns:a="http://schemas.openxmlformats.org/drawingml/2006/main">
              <a:ext uri="{FF2B5EF4-FFF2-40B4-BE49-F238E27FC236}">
                <a16:creationId xmlns:a16="http://schemas.microsoft.com/office/drawing/2014/main" id="{0A8BB9D5-C800-4965-B276-888597FF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7531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1"/>
          </a:solidFill>
          <a:ln xmlns:a="http://schemas.openxmlformats.org/drawingml/2006/main" w="12859">
            <a:solidFill>
              <a:srgbClr val="EAF7F1"/>
            </a:solidFill>
            <a:prstDash val="solid"/>
          </a:ln>
        </p:spPr>
      </p:sp>
      <p:sp>
        <p:nvSpPr>
          <p:cNvPr id="69" name="stack-mcp-badge-label">
            <a:extLst xmlns:a="http://schemas.openxmlformats.org/drawingml/2006/main">
              <a:ext uri="{FF2B5EF4-FFF2-40B4-BE49-F238E27FC236}">
                <a16:creationId xmlns:a16="http://schemas.microsoft.com/office/drawing/2014/main" id="{B09A64D4-3AF7-4A76-BD7C-B1BFE8B5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75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70" name="stack-mcp-title">
            <a:extLst xmlns:a="http://schemas.openxmlformats.org/drawingml/2006/main">
              <a:ext uri="{FF2B5EF4-FFF2-40B4-BE49-F238E27FC236}">
                <a16:creationId xmlns:a16="http://schemas.microsoft.com/office/drawing/2014/main" id="{87D3F6F5-ADD3-491C-BA31-BBFCBA32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7150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MCP Server + políticas</a:t>
            </a:r>
          </a:p>
        </p:txBody>
      </p:sp>
      <p:sp>
        <p:nvSpPr>
          <p:cNvPr id="71" name="stack-mcp-body">
            <a:extLst xmlns:a="http://schemas.openxmlformats.org/drawingml/2006/main">
              <a:ext uri="{FF2B5EF4-FFF2-40B4-BE49-F238E27FC236}">
                <a16:creationId xmlns:a16="http://schemas.microsoft.com/office/drawing/2014/main" id="{CF447A03-17CD-4F49-99F9-06004709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972175"/>
            <a:ext cx="2266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Ações controladas, menor privilégio e trace persistido.</a:t>
            </a:r>
          </a:p>
        </p:txBody>
      </p:sp>
      <p:sp>
        <p:nvSpPr>
          <p:cNvPr id="72" name="stack-mcp-rule">
            <a:extLst xmlns:a="http://schemas.openxmlformats.org/drawingml/2006/main">
              <a:ext uri="{FF2B5EF4-FFF2-40B4-BE49-F238E27FC236}">
                <a16:creationId xmlns:a16="http://schemas.microsoft.com/office/drawing/2014/main" id="{66CE8D03-04ED-4F00-B336-10BBE11E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381750"/>
            <a:ext cx="2943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73" name="stack-note">
            <a:extLst xmlns:a="http://schemas.openxmlformats.org/drawingml/2006/main">
              <a:ext uri="{FF2B5EF4-FFF2-40B4-BE49-F238E27FC236}">
                <a16:creationId xmlns:a16="http://schemas.microsoft.com/office/drawing/2014/main" id="{EA5B1795-E581-4554-80FE-2ADEE55F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6496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* PoV atual: $vectorSearch + find/aggregate. $search lexical é extensão híbrida.</a:t>
            </a:r>
          </a:p>
        </p:txBody>
      </p:sp>
      <p:sp>
        <p:nvSpPr>
          <p:cNvPr id="74" name="architecture-card">
            <a:extLst xmlns:a="http://schemas.openxmlformats.org/drawingml/2006/main">
              <a:ext uri="{FF2B5EF4-FFF2-40B4-BE49-F238E27FC236}">
                <a16:creationId xmlns:a16="http://schemas.microsoft.com/office/drawing/2014/main" id="{0A5E2F46-7AAC-4471-BEA7-9E5F6673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0"/>
            <a:ext cx="108585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75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9199A8C-7AA2-4D32-BA77-15E71A80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ARQUITETURA DA MEMÓRIA NA PoV</a:t>
            </a:r>
          </a:p>
        </p:txBody>
      </p:sp>
      <p:sp>
        <p:nvSpPr>
          <p:cNvPr id="76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D1F5E0E1-E2BF-400C-9AA7-DE89F45B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147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As collections não se chamam: o backend as orquestra por session_id, user_key e area.</a:t>
            </a:r>
          </a:p>
        </p:txBody>
      </p:sp>
      <p:sp>
        <p:nvSpPr>
          <p:cNvPr id="77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ECA647FF-D894-414E-A80A-C76D10DB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95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4763">
            <a:solidFill>
              <a:srgbClr val="00684A"/>
            </a:solidFill>
            <a:prstDash val="solid"/>
          </a:ln>
        </p:spPr>
      </p:sp>
      <p:sp>
        <p:nvSpPr>
          <p:cNvPr id="78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85D6CA9-ACB6-4C38-88A3-86E60215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4763">
            <a:solidFill>
              <a:srgbClr val="00684A"/>
            </a:solidFill>
            <a:prstDash val="solid"/>
          </a:ln>
        </p:spPr>
      </p:sp>
      <p:sp>
        <p:nvSpPr>
          <p:cNvPr id="7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7A9437EB-B120-496E-A39E-E81CFF00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095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4763">
            <a:solidFill>
              <a:srgbClr val="00684A"/>
            </a:solidFill>
            <a:prstDash val="solid"/>
          </a:ln>
        </p:spPr>
      </p:sp>
      <p:sp>
        <p:nvSpPr>
          <p:cNvPr id="80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ABE29D43-7EFA-4A0E-9FAF-AD417FDA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9575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4763">
            <a:solidFill>
              <a:srgbClr val="00684A"/>
            </a:solidFill>
            <a:prstDash val="solid"/>
          </a:ln>
        </p:spPr>
      </p:sp>
      <p:sp>
        <p:nvSpPr>
          <p:cNvPr id="81" name="process-1">
            <a:extLst xmlns:a="http://schemas.openxmlformats.org/drawingml/2006/main">
              <a:ext uri="{FF2B5EF4-FFF2-40B4-BE49-F238E27FC236}">
                <a16:creationId xmlns:a16="http://schemas.microsoft.com/office/drawing/2014/main" id="{170FD1BD-5B9E-46F7-8953-E14816CE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481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82" name="process-1-number">
            <a:extLst xmlns:a="http://schemas.openxmlformats.org/drawingml/2006/main">
              <a:ext uri="{FF2B5EF4-FFF2-40B4-BE49-F238E27FC236}">
                <a16:creationId xmlns:a16="http://schemas.microsoft.com/office/drawing/2014/main" id="{C61C2FA4-8F3F-4205-99F5-F59325B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3" name="process-1-numtxt">
            <a:extLst xmlns:a="http://schemas.openxmlformats.org/drawingml/2006/main">
              <a:ext uri="{FF2B5EF4-FFF2-40B4-BE49-F238E27FC236}">
                <a16:creationId xmlns:a16="http://schemas.microsoft.com/office/drawing/2014/main" id="{F6346802-C034-4D4E-AC5A-CF848A71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process-1-title">
            <a:extLst xmlns:a="http://schemas.openxmlformats.org/drawingml/2006/main">
              <a:ext uri="{FF2B5EF4-FFF2-40B4-BE49-F238E27FC236}">
                <a16:creationId xmlns:a16="http://schemas.microsoft.com/office/drawing/2014/main" id="{2B162255-189A-4D86-BD2F-B00A900D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71925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15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Interação</a:t>
            </a:r>
          </a:p>
        </p:txBody>
      </p:sp>
      <p:sp>
        <p:nvSpPr>
          <p:cNvPr id="85" name="process-1-body">
            <a:extLst xmlns:a="http://schemas.openxmlformats.org/drawingml/2006/main">
              <a:ext uri="{FF2B5EF4-FFF2-40B4-BE49-F238E27FC236}">
                <a16:creationId xmlns:a16="http://schemas.microsoft.com/office/drawing/2014/main" id="{5463F14B-9E70-46C2-A94A-01171063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38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mensagem + identidade</a:t>
            </a:r>
          </a:p>
        </p:txBody>
      </p:sp>
      <p:sp>
        <p:nvSpPr>
          <p:cNvPr id="86" name="process-2">
            <a:extLst xmlns:a="http://schemas.openxmlformats.org/drawingml/2006/main">
              <a:ext uri="{FF2B5EF4-FFF2-40B4-BE49-F238E27FC236}">
                <a16:creationId xmlns:a16="http://schemas.microsoft.com/office/drawing/2014/main" id="{0061C09D-108D-46E2-8668-9EE2191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87" name="process-2-number">
            <a:extLst xmlns:a="http://schemas.openxmlformats.org/drawingml/2006/main">
              <a:ext uri="{FF2B5EF4-FFF2-40B4-BE49-F238E27FC236}">
                <a16:creationId xmlns:a16="http://schemas.microsoft.com/office/drawing/2014/main" id="{3C116BB3-DAC3-4F85-A572-15074183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8" name="process-2-numtxt">
            <a:extLst xmlns:a="http://schemas.openxmlformats.org/drawingml/2006/main">
              <a:ext uri="{FF2B5EF4-FFF2-40B4-BE49-F238E27FC236}">
                <a16:creationId xmlns:a16="http://schemas.microsoft.com/office/drawing/2014/main" id="{9B87C235-51C5-4A77-8CDB-0DD4DBA3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9" name="process-2-title">
            <a:extLst xmlns:a="http://schemas.openxmlformats.org/drawingml/2006/main">
              <a:ext uri="{FF2B5EF4-FFF2-40B4-BE49-F238E27FC236}">
                <a16:creationId xmlns:a16="http://schemas.microsoft.com/office/drawing/2014/main" id="{C33CDA45-72FC-4A68-82C7-53BD4A28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971925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15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Guardrail + cache</a:t>
            </a:r>
          </a:p>
        </p:txBody>
      </p:sp>
      <p:sp>
        <p:nvSpPr>
          <p:cNvPr id="90" name="process-2-body">
            <a:extLst xmlns:a="http://schemas.openxmlformats.org/drawingml/2006/main">
              <a:ext uri="{FF2B5EF4-FFF2-40B4-BE49-F238E27FC236}">
                <a16:creationId xmlns:a16="http://schemas.microsoft.com/office/drawing/2014/main" id="{42F8CA7B-8490-492A-9B90-B8117BD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38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PII, política, HIT/MISS</a:t>
            </a:r>
          </a:p>
        </p:txBody>
      </p:sp>
      <p:sp>
        <p:nvSpPr>
          <p:cNvPr id="91" name="process-3">
            <a:extLst xmlns:a="http://schemas.openxmlformats.org/drawingml/2006/main">
              <a:ext uri="{FF2B5EF4-FFF2-40B4-BE49-F238E27FC236}">
                <a16:creationId xmlns:a16="http://schemas.microsoft.com/office/drawing/2014/main" id="{170B69A1-96B7-427C-84BD-2A44A75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481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92" name="process-3-number">
            <a:extLst xmlns:a="http://schemas.openxmlformats.org/drawingml/2006/main">
              <a:ext uri="{FF2B5EF4-FFF2-40B4-BE49-F238E27FC236}">
                <a16:creationId xmlns:a16="http://schemas.microsoft.com/office/drawing/2014/main" id="{72ECA58D-0B07-482C-ABE2-D2627226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3" name="process-3-numtxt">
            <a:extLst xmlns:a="http://schemas.openxmlformats.org/drawingml/2006/main">
              <a:ext uri="{FF2B5EF4-FFF2-40B4-BE49-F238E27FC236}">
                <a16:creationId xmlns:a16="http://schemas.microsoft.com/office/drawing/2014/main" id="{B3B5DE63-22AD-4BA6-9EC2-0659E82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4" name="process-3-title">
            <a:extLst xmlns:a="http://schemas.openxmlformats.org/drawingml/2006/main">
              <a:ext uri="{FF2B5EF4-FFF2-40B4-BE49-F238E27FC236}">
                <a16:creationId xmlns:a16="http://schemas.microsoft.com/office/drawing/2014/main" id="{82217355-9CEF-4CD6-9BEA-BBA007D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971925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15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Monta contexto</a:t>
            </a:r>
          </a:p>
        </p:txBody>
      </p:sp>
      <p:sp>
        <p:nvSpPr>
          <p:cNvPr id="95" name="process-3-body">
            <a:extLst xmlns:a="http://schemas.openxmlformats.org/drawingml/2006/main">
              <a:ext uri="{FF2B5EF4-FFF2-40B4-BE49-F238E27FC236}">
                <a16:creationId xmlns:a16="http://schemas.microsoft.com/office/drawing/2014/main" id="{906DE44E-854D-4D35-8615-6310167F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38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histórico + fatos + regras</a:t>
            </a:r>
          </a:p>
        </p:txBody>
      </p:sp>
      <p:sp>
        <p:nvSpPr>
          <p:cNvPr id="96" name="process-4">
            <a:extLst xmlns:a="http://schemas.openxmlformats.org/drawingml/2006/main">
              <a:ext uri="{FF2B5EF4-FFF2-40B4-BE49-F238E27FC236}">
                <a16:creationId xmlns:a16="http://schemas.microsoft.com/office/drawing/2014/main" id="{DD1467E2-109A-4958-BE5C-00662BA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481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97" name="process-4-number">
            <a:extLst xmlns:a="http://schemas.openxmlformats.org/drawingml/2006/main">
              <a:ext uri="{FF2B5EF4-FFF2-40B4-BE49-F238E27FC236}">
                <a16:creationId xmlns:a16="http://schemas.microsoft.com/office/drawing/2014/main" id="{7D099C02-BC6C-4FFF-99EF-AEB81312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8" name="process-4-numtxt">
            <a:extLst xmlns:a="http://schemas.openxmlformats.org/drawingml/2006/main">
              <a:ext uri="{FF2B5EF4-FFF2-40B4-BE49-F238E27FC236}">
                <a16:creationId xmlns:a16="http://schemas.microsoft.com/office/drawing/2014/main" id="{E096D3CC-0FB3-4CF8-AD10-FB1187B2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9" name="process-4-title">
            <a:extLst xmlns:a="http://schemas.openxmlformats.org/drawingml/2006/main">
              <a:ext uri="{FF2B5EF4-FFF2-40B4-BE49-F238E27FC236}">
                <a16:creationId xmlns:a16="http://schemas.microsoft.com/office/drawing/2014/main" id="{42A1CB55-EBF9-4DE0-8157-44A51D6B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71925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15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Agente + MCP</a:t>
            </a:r>
          </a:p>
        </p:txBody>
      </p:sp>
      <p:sp>
        <p:nvSpPr>
          <p:cNvPr id="100" name="process-4-body">
            <a:extLst xmlns:a="http://schemas.openxmlformats.org/drawingml/2006/main">
              <a:ext uri="{FF2B5EF4-FFF2-40B4-BE49-F238E27FC236}">
                <a16:creationId xmlns:a16="http://schemas.microsoft.com/office/drawing/2014/main" id="{BECB7980-2920-4E74-8B87-6A4B3C93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38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busca, decide e atua</a:t>
            </a:r>
          </a:p>
        </p:txBody>
      </p:sp>
      <p:sp>
        <p:nvSpPr>
          <p:cNvPr id="101" name="process-5">
            <a:extLst xmlns:a="http://schemas.openxmlformats.org/drawingml/2006/main">
              <a:ext uri="{FF2B5EF4-FFF2-40B4-BE49-F238E27FC236}">
                <a16:creationId xmlns:a16="http://schemas.microsoft.com/office/drawing/2014/main" id="{B1B28CC6-95DE-486F-9981-258E401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84810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102" name="process-5-number">
            <a:extLst xmlns:a="http://schemas.openxmlformats.org/drawingml/2006/main">
              <a:ext uri="{FF2B5EF4-FFF2-40B4-BE49-F238E27FC236}">
                <a16:creationId xmlns:a16="http://schemas.microsoft.com/office/drawing/2014/main" id="{29A3FCFE-EA9D-4E5F-A15E-F271FA9C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process-5-numtxt">
            <a:extLst xmlns:a="http://schemas.openxmlformats.org/drawingml/2006/main">
              <a:ext uri="{FF2B5EF4-FFF2-40B4-BE49-F238E27FC236}">
                <a16:creationId xmlns:a16="http://schemas.microsoft.com/office/drawing/2014/main" id="{4CC7D93D-E57D-4A4F-A7DA-B3B86637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4" name="process-5-title">
            <a:extLst xmlns:a="http://schemas.openxmlformats.org/drawingml/2006/main">
              <a:ext uri="{FF2B5EF4-FFF2-40B4-BE49-F238E27FC236}">
                <a16:creationId xmlns:a16="http://schemas.microsoft.com/office/drawing/2014/main" id="{84D9E5FC-7E03-4759-9E00-3022CC7D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71925"/>
            <a:ext cx="150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5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215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Store + trace</a:t>
            </a:r>
          </a:p>
        </p:txBody>
      </p:sp>
      <p:sp>
        <p:nvSpPr>
          <p:cNvPr id="105" name="process-5-body">
            <a:extLst xmlns:a="http://schemas.openxmlformats.org/drawingml/2006/main">
              <a:ext uri="{FF2B5EF4-FFF2-40B4-BE49-F238E27FC236}">
                <a16:creationId xmlns:a16="http://schemas.microsoft.com/office/drawing/2014/main" id="{F473E584-CC03-4258-83DD-CE6D49BD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386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80"/>
          </a:bodyPr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53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sessão, memória e evidência</a:t>
            </a:r>
          </a:p>
        </p:txBody>
      </p:sp>
      <p:sp>
        <p:nvSpPr>
          <p:cNvPr id="106" name="ai-brain-group">
            <a:extLst xmlns:a="http://schemas.openxmlformats.org/drawingml/2006/main">
              <a:ext uri="{FF2B5EF4-FFF2-40B4-BE49-F238E27FC236}">
                <a16:creationId xmlns:a16="http://schemas.microsoft.com/office/drawing/2014/main" id="{DAF41708-6E38-4BF1-932A-944DA1C9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28575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2859">
            <a:solidFill>
              <a:srgbClr val="E2C46E"/>
            </a:solidFill>
            <a:prstDash val="solid"/>
          </a:ln>
        </p:spPr>
      </p:sp>
      <p:sp>
        <p:nvSpPr>
          <p:cNvPr id="107" name="ai-brain-header">
            <a:extLst xmlns:a="http://schemas.openxmlformats.org/drawingml/2006/main">
              <a:ext uri="{FF2B5EF4-FFF2-40B4-BE49-F238E27FC236}">
                <a16:creationId xmlns:a16="http://schemas.microsoft.com/office/drawing/2014/main" id="{1456B7C1-513B-4B4D-A3B1-AF389FD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917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7A5A00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7A5A00"/>
                </a:solidFill>
                <a:latin typeface="Arial"/>
                <a:ea typeface="Arial"/>
                <a:cs typeface="Arial"/>
              </a:rPr>
              <a:t>ai_brain  |  PROCEDURAL / CONFIG</a:t>
            </a:r>
          </a:p>
        </p:txBody>
      </p:sp>
      <p:sp>
        <p:nvSpPr>
          <p:cNvPr id="108" name="ai-brain-rule">
            <a:extLst xmlns:a="http://schemas.openxmlformats.org/drawingml/2006/main">
              <a:ext uri="{FF2B5EF4-FFF2-40B4-BE49-F238E27FC236}">
                <a16:creationId xmlns:a16="http://schemas.microsoft.com/office/drawing/2014/main" id="{E1A0A98B-E7D5-4B5E-83A6-DE0A4E80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D59A"/>
            </a:solidFill>
            <a:prstDash val="solid"/>
          </a:ln>
        </p:spPr>
      </p:sp>
      <p:sp>
        <p:nvSpPr>
          <p:cNvPr id="109" name="ai-brain-row1-label">
            <a:extLst xmlns:a="http://schemas.openxmlformats.org/drawingml/2006/main">
              <a:ext uri="{FF2B5EF4-FFF2-40B4-BE49-F238E27FC236}">
                <a16:creationId xmlns:a16="http://schemas.microsoft.com/office/drawing/2014/main" id="{159F337F-3736-469A-9901-B0D0E37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60746D"/>
                </a:solidFill>
                <a:latin typeface="Arial"/>
                <a:ea typeface="Arial"/>
                <a:cs typeface="Arial"/>
              </a:rPr>
              <a:t>Prompts e modelo</a:t>
            </a:r>
          </a:p>
        </p:txBody>
      </p:sp>
      <p:sp>
        <p:nvSpPr>
          <p:cNvPr id="110" name="ai-brain-row1">
            <a:extLst xmlns:a="http://schemas.openxmlformats.org/drawingml/2006/main">
              <a:ext uri="{FF2B5EF4-FFF2-40B4-BE49-F238E27FC236}">
                <a16:creationId xmlns:a16="http://schemas.microsoft.com/office/drawing/2014/main" id="{097F63FA-2B11-4F3A-902A-76D74A4A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241E"/>
                </a:solidFill>
                <a:latin typeface="Courier New"/>
                <a:ea typeface="Courier New"/>
                <a:cs typeface="Courier New"/>
              </a:defRPr>
            </a:pPr>
            <a:r>
              <a:rPr sz="938" b="0">
                <a:solidFill>
                  <a:srgbClr val="10241E"/>
                </a:solidFill>
                <a:latin typeface="Courier New"/>
                <a:ea typeface="Courier New"/>
                <a:cs typeface="Courier New"/>
              </a:rPr>
              <a:t>prompt_templates  •  model_config</a:t>
            </a:r>
          </a:p>
        </p:txBody>
      </p:sp>
      <p:sp>
        <p:nvSpPr>
          <p:cNvPr id="111" name="ai-brain-row2-label">
            <a:extLst xmlns:a="http://schemas.openxmlformats.org/drawingml/2006/main">
              <a:ext uri="{FF2B5EF4-FFF2-40B4-BE49-F238E27FC236}">
                <a16:creationId xmlns:a16="http://schemas.microsoft.com/office/drawing/2014/main" id="{756FA1C7-8489-4A1C-BBF5-DD3C5163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333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60746D"/>
                </a:solidFill>
                <a:latin typeface="Arial"/>
                <a:ea typeface="Arial"/>
                <a:cs typeface="Arial"/>
              </a:rPr>
              <a:t>Persona, regras e segurança</a:t>
            </a:r>
          </a:p>
        </p:txBody>
      </p:sp>
      <p:sp>
        <p:nvSpPr>
          <p:cNvPr id="112" name="ai-brain-row2">
            <a:extLst xmlns:a="http://schemas.openxmlformats.org/drawingml/2006/main">
              <a:ext uri="{FF2B5EF4-FFF2-40B4-BE49-F238E27FC236}">
                <a16:creationId xmlns:a16="http://schemas.microsoft.com/office/drawing/2014/main" id="{BF27C41C-6EF8-4F69-AFC9-0F95E833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92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0241E"/>
                </a:solidFill>
                <a:latin typeface="Courier New"/>
                <a:ea typeface="Courier New"/>
                <a:cs typeface="Courier New"/>
              </a:defRPr>
            </a:pPr>
            <a:r>
              <a:rPr sz="885" b="0">
                <a:solidFill>
                  <a:srgbClr val="10241E"/>
                </a:solidFill>
                <a:latin typeface="Courier New"/>
                <a:ea typeface="Courier New"/>
                <a:cs typeface="Courier New"/>
              </a:rPr>
              <a:t>area_profiles  •  guardrail_policies</a:t>
            </a:r>
          </a:p>
        </p:txBody>
      </p:sp>
      <p:sp>
        <p:nvSpPr>
          <p:cNvPr id="113" name="ai-brain-row3">
            <a:extLst xmlns:a="http://schemas.openxmlformats.org/drawingml/2006/main">
              <a:ext uri="{FF2B5EF4-FFF2-40B4-BE49-F238E27FC236}">
                <a16:creationId xmlns:a16="http://schemas.microsoft.com/office/drawing/2014/main" id="{FB7857E2-DC68-4895-80D2-D9C3AE45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2333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241E"/>
                </a:solidFill>
                <a:latin typeface="Courier New"/>
                <a:ea typeface="Courier New"/>
                <a:cs typeface="Courier New"/>
              </a:defRPr>
            </a:pPr>
            <a:r>
              <a:rPr sz="938" b="1">
                <a:solidFill>
                  <a:srgbClr val="10241E"/>
                </a:solidFill>
                <a:latin typeface="Courier New"/>
                <a:ea typeface="Courier New"/>
                <a:cs typeface="Courier New"/>
              </a:rPr>
              <a:t>cache_config</a:t>
            </a:r>
          </a:p>
        </p:txBody>
      </p:sp>
      <p:sp>
        <p:nvSpPr>
          <p:cNvPr id="114" name="poc-group">
            <a:extLst xmlns:a="http://schemas.openxmlformats.org/drawingml/2006/main">
              <a:ext uri="{FF2B5EF4-FFF2-40B4-BE49-F238E27FC236}">
                <a16:creationId xmlns:a16="http://schemas.microsoft.com/office/drawing/2014/main" id="{A36EFA3E-135C-4FFE-9553-BC8314B9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86300"/>
            <a:ext cx="72009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115" name="poc-header">
            <a:extLst xmlns:a="http://schemas.openxmlformats.org/drawingml/2006/main">
              <a:ext uri="{FF2B5EF4-FFF2-40B4-BE49-F238E27FC236}">
                <a16:creationId xmlns:a16="http://schemas.microsoft.com/office/drawing/2014/main" id="{F7739CA1-E2B2-44ED-8EA7-AFE4E44E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291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POC  |  MEMÓRIA + DADOS OPERACIONAIS</a:t>
            </a:r>
          </a:p>
        </p:txBody>
      </p:sp>
      <p:sp>
        <p:nvSpPr>
          <p:cNvPr id="116" name="poc-rule">
            <a:extLst xmlns:a="http://schemas.openxmlformats.org/drawingml/2006/main">
              <a:ext uri="{FF2B5EF4-FFF2-40B4-BE49-F238E27FC236}">
                <a16:creationId xmlns:a16="http://schemas.microsoft.com/office/drawing/2014/main" id="{16C7B795-628F-42A3-A36E-2C3C99ED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14925"/>
            <a:ext cx="683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ADF"/>
            </a:solidFill>
            <a:prstDash val="solid"/>
          </a:ln>
        </p:spPr>
      </p:sp>
      <p:sp>
        <p:nvSpPr>
          <p:cNvPr id="117" name="memory-episodic">
            <a:extLst xmlns:a="http://schemas.openxmlformats.org/drawingml/2006/main">
              <a:ext uri="{FF2B5EF4-FFF2-40B4-BE49-F238E27FC236}">
                <a16:creationId xmlns:a16="http://schemas.microsoft.com/office/drawing/2014/main" id="{885C3FB1-8626-42BF-AB22-E5B69F87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38750"/>
            <a:ext cx="1600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118" name="memory-episodic-accent">
            <a:extLst xmlns:a="http://schemas.openxmlformats.org/drawingml/2006/main">
              <a:ext uri="{FF2B5EF4-FFF2-40B4-BE49-F238E27FC236}">
                <a16:creationId xmlns:a16="http://schemas.microsoft.com/office/drawing/2014/main" id="{C73D350B-AD0C-439C-8BB3-3F544615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38750"/>
            <a:ext cx="4762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119" name="memory-episodic-level">
            <a:extLst xmlns:a="http://schemas.openxmlformats.org/drawingml/2006/main">
              <a:ext uri="{FF2B5EF4-FFF2-40B4-BE49-F238E27FC236}">
                <a16:creationId xmlns:a16="http://schemas.microsoft.com/office/drawing/2014/main" id="{E41C8825-E5A4-4FB8-A658-FB1CD3BE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53050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EPISÓDICA</a:t>
            </a:r>
          </a:p>
        </p:txBody>
      </p:sp>
      <p:sp>
        <p:nvSpPr>
          <p:cNvPr id="120" name="memory-episodic-title">
            <a:extLst xmlns:a="http://schemas.openxmlformats.org/drawingml/2006/main">
              <a:ext uri="{FF2B5EF4-FFF2-40B4-BE49-F238E27FC236}">
                <a16:creationId xmlns:a16="http://schemas.microsoft.com/office/drawing/2014/main" id="{E0D48480-BC21-4386-BFAD-1BCC026D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54355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Curto prazo</a:t>
            </a:r>
          </a:p>
        </p:txBody>
      </p:sp>
      <p:sp>
        <p:nvSpPr>
          <p:cNvPr id="121" name="memory-episodic-lines">
            <a:extLst xmlns:a="http://schemas.openxmlformats.org/drawingml/2006/main">
              <a:ext uri="{FF2B5EF4-FFF2-40B4-BE49-F238E27FC236}">
                <a16:creationId xmlns:a16="http://schemas.microsoft.com/office/drawing/2014/main" id="{EBE2EC8D-D3FC-49D8-92E5-1C5D3BC7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8293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agent_sessions</a:t>
            </a:r>
          </a:p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turns[] • TTL 1h</a:t>
            </a:r>
          </a:p>
        </p:txBody>
      </p:sp>
      <p:sp>
        <p:nvSpPr>
          <p:cNvPr id="122" name="memory-semantic">
            <a:extLst xmlns:a="http://schemas.openxmlformats.org/drawingml/2006/main">
              <a:ext uri="{FF2B5EF4-FFF2-40B4-BE49-F238E27FC236}">
                <a16:creationId xmlns:a16="http://schemas.microsoft.com/office/drawing/2014/main" id="{89701037-7777-4E33-999F-CEEEE83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38750"/>
            <a:ext cx="1600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123" name="memory-semantic-accent">
            <a:extLst xmlns:a="http://schemas.openxmlformats.org/drawingml/2006/main">
              <a:ext uri="{FF2B5EF4-FFF2-40B4-BE49-F238E27FC236}">
                <a16:creationId xmlns:a16="http://schemas.microsoft.com/office/drawing/2014/main" id="{B037F92A-B800-49CF-A382-51C0C1D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38750"/>
            <a:ext cx="4762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35C"/>
          </a:solidFill>
          <a:ln xmlns:a="http://schemas.openxmlformats.org/drawingml/2006/main" w="0">
            <a:solidFill>
              <a:srgbClr val="00A35C"/>
            </a:solidFill>
            <a:prstDash val="solid"/>
          </a:ln>
        </p:spPr>
      </p:sp>
      <p:sp>
        <p:nvSpPr>
          <p:cNvPr id="124" name="memory-semantic-level">
            <a:extLst xmlns:a="http://schemas.openxmlformats.org/drawingml/2006/main">
              <a:ext uri="{FF2B5EF4-FFF2-40B4-BE49-F238E27FC236}">
                <a16:creationId xmlns:a16="http://schemas.microsoft.com/office/drawing/2014/main" id="{4A82E0C0-5E9F-44AA-BDE1-DCDBF573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53050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0A3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00A35C"/>
                </a:solidFill>
                <a:latin typeface="Arial"/>
                <a:ea typeface="Arial"/>
                <a:cs typeface="Arial"/>
              </a:rPr>
              <a:t>SEMÂNTICA</a:t>
            </a:r>
          </a:p>
        </p:txBody>
      </p:sp>
      <p:sp>
        <p:nvSpPr>
          <p:cNvPr id="125" name="memory-semantic-title">
            <a:extLst xmlns:a="http://schemas.openxmlformats.org/drawingml/2006/main">
              <a:ext uri="{FF2B5EF4-FFF2-40B4-BE49-F238E27FC236}">
                <a16:creationId xmlns:a16="http://schemas.microsoft.com/office/drawing/2014/main" id="{5A5DF57A-C606-4D58-B0F1-157F522A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4355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Longo prazo</a:t>
            </a:r>
          </a:p>
        </p:txBody>
      </p:sp>
      <p:sp>
        <p:nvSpPr>
          <p:cNvPr id="126" name="memory-semantic-lines">
            <a:extLst xmlns:a="http://schemas.openxmlformats.org/drawingml/2006/main">
              <a:ext uri="{FF2B5EF4-FFF2-40B4-BE49-F238E27FC236}">
                <a16:creationId xmlns:a16="http://schemas.microsoft.com/office/drawing/2014/main" id="{95A9B01C-E837-4816-B10D-A75AD73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8293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agent_memory</a:t>
            </a:r>
          </a:p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1 doc/fato • vector</a:t>
            </a:r>
          </a:p>
        </p:txBody>
      </p:sp>
      <p:sp>
        <p:nvSpPr>
          <p:cNvPr id="127" name="memory-reuse">
            <a:extLst xmlns:a="http://schemas.openxmlformats.org/drawingml/2006/main">
              <a:ext uri="{FF2B5EF4-FFF2-40B4-BE49-F238E27FC236}">
                <a16:creationId xmlns:a16="http://schemas.microsoft.com/office/drawing/2014/main" id="{5304B793-FB20-48E7-9A74-CFE2DD3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1600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128" name="memory-reuse-accent">
            <a:extLst xmlns:a="http://schemas.openxmlformats.org/drawingml/2006/main">
              <a:ext uri="{FF2B5EF4-FFF2-40B4-BE49-F238E27FC236}">
                <a16:creationId xmlns:a16="http://schemas.microsoft.com/office/drawing/2014/main" id="{2C2F7DBF-2D7C-49D9-940D-7BA9E7CF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4762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B7"/>
          </a:solidFill>
          <a:ln xmlns:a="http://schemas.openxmlformats.org/drawingml/2006/main" w="0">
            <a:solidFill>
              <a:srgbClr val="0B8FB7"/>
            </a:solidFill>
            <a:prstDash val="solid"/>
          </a:ln>
        </p:spPr>
      </p:sp>
      <p:sp>
        <p:nvSpPr>
          <p:cNvPr id="129" name="memory-reuse-level">
            <a:extLst xmlns:a="http://schemas.openxmlformats.org/drawingml/2006/main">
              <a:ext uri="{FF2B5EF4-FFF2-40B4-BE49-F238E27FC236}">
                <a16:creationId xmlns:a16="http://schemas.microsoft.com/office/drawing/2014/main" id="{98F4EED4-893D-49DE-9A91-9EFF9CA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353050"/>
            <a:ext cx="1352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B8FB7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0B8FB7"/>
                </a:solidFill>
                <a:latin typeface="Arial"/>
                <a:ea typeface="Arial"/>
                <a:cs typeface="Arial"/>
              </a:rPr>
              <a:t>SEMÂNTICA</a:t>
            </a:r>
          </a:p>
        </p:txBody>
      </p:sp>
      <p:sp>
        <p:nvSpPr>
          <p:cNvPr id="130" name="memory-reuse-title">
            <a:extLst xmlns:a="http://schemas.openxmlformats.org/drawingml/2006/main">
              <a:ext uri="{FF2B5EF4-FFF2-40B4-BE49-F238E27FC236}">
                <a16:creationId xmlns:a16="http://schemas.microsoft.com/office/drawing/2014/main" id="{61927EEA-4C80-4B95-BC31-FBC2FAC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4355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Reuso + safety</a:t>
            </a:r>
          </a:p>
        </p:txBody>
      </p:sp>
      <p:sp>
        <p:nvSpPr>
          <p:cNvPr id="131" name="memory-reuse-lines">
            <a:extLst xmlns:a="http://schemas.openxmlformats.org/drawingml/2006/main">
              <a:ext uri="{FF2B5EF4-FFF2-40B4-BE49-F238E27FC236}">
                <a16:creationId xmlns:a16="http://schemas.microsoft.com/office/drawing/2014/main" id="{D8B197F4-156F-4C55-AE72-EA0BEE38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82930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semantic_cache</a:t>
            </a:r>
          </a:p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guardrail_denylist</a:t>
            </a:r>
          </a:p>
        </p:txBody>
      </p:sp>
      <p:sp>
        <p:nvSpPr>
          <p:cNvPr id="132" name="memory-operational">
            <a:extLst xmlns:a="http://schemas.openxmlformats.org/drawingml/2006/main">
              <a:ext uri="{FF2B5EF4-FFF2-40B4-BE49-F238E27FC236}">
                <a16:creationId xmlns:a16="http://schemas.microsoft.com/office/drawing/2014/main" id="{C66C24CF-B669-47F2-A700-44678CA5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238750"/>
            <a:ext cx="17240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2859">
            <a:solidFill>
              <a:srgbClr val="D5EADF"/>
            </a:solidFill>
            <a:prstDash val="solid"/>
          </a:ln>
        </p:spPr>
      </p:sp>
      <p:sp>
        <p:nvSpPr>
          <p:cNvPr id="133" name="memory-operational-accent">
            <a:extLst xmlns:a="http://schemas.openxmlformats.org/drawingml/2006/main">
              <a:ext uri="{FF2B5EF4-FFF2-40B4-BE49-F238E27FC236}">
                <a16:creationId xmlns:a16="http://schemas.microsoft.com/office/drawing/2014/main" id="{23169E5A-4EE1-4407-A370-B35FDC77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238750"/>
            <a:ext cx="4762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134" name="memory-operational-level">
            <a:extLst xmlns:a="http://schemas.openxmlformats.org/drawingml/2006/main">
              <a:ext uri="{FF2B5EF4-FFF2-40B4-BE49-F238E27FC236}">
                <a16:creationId xmlns:a16="http://schemas.microsoft.com/office/drawing/2014/main" id="{8A479D14-037A-4258-83D1-6F340749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5305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B5DD3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6B5DD3"/>
                </a:solidFill>
                <a:latin typeface="Arial"/>
                <a:ea typeface="Arial"/>
                <a:cs typeface="Arial"/>
              </a:rPr>
              <a:t>OPERACIONAL</a:t>
            </a:r>
          </a:p>
        </p:txBody>
      </p:sp>
      <p:sp>
        <p:nvSpPr>
          <p:cNvPr id="135" name="memory-operational-title">
            <a:extLst xmlns:a="http://schemas.openxmlformats.org/drawingml/2006/main">
              <a:ext uri="{FF2B5EF4-FFF2-40B4-BE49-F238E27FC236}">
                <a16:creationId xmlns:a16="http://schemas.microsoft.com/office/drawing/2014/main" id="{9D381B06-5810-41EF-BC73-E0B38502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435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Ação + evidência</a:t>
            </a:r>
          </a:p>
        </p:txBody>
      </p:sp>
      <p:sp>
        <p:nvSpPr>
          <p:cNvPr id="136" name="memory-operational-lines">
            <a:extLst xmlns:a="http://schemas.openxmlformats.org/drawingml/2006/main">
              <a:ext uri="{FF2B5EF4-FFF2-40B4-BE49-F238E27FC236}">
                <a16:creationId xmlns:a16="http://schemas.microsoft.com/office/drawing/2014/main" id="{36598D34-6991-4116-BA2A-06527C7D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829300"/>
            <a:ext cx="14573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produtos_vector</a:t>
            </a:r>
          </a:p>
          <a:p xmlns:a="http://schemas.openxmlformats.org/drawingml/2006/main">
            <a:pPr algn="l">
              <a:defRPr sz="1013" b="0">
                <a:solidFill>
                  <a:srgbClr val="253A3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253A34"/>
                </a:solidFill>
                <a:latin typeface="Arial"/>
                <a:ea typeface="Arial"/>
                <a:cs typeface="Arial"/>
              </a:rPr>
              <a:t>support_orders • traces/events</a:t>
            </a:r>
          </a:p>
        </p:txBody>
      </p:sp>
      <p:sp>
        <p:nvSpPr>
          <p:cNvPr id="137" name="keys-bar">
            <a:extLst xmlns:a="http://schemas.openxmlformats.org/drawingml/2006/main">
              <a:ext uri="{FF2B5EF4-FFF2-40B4-BE49-F238E27FC236}">
                <a16:creationId xmlns:a16="http://schemas.microsoft.com/office/drawing/2014/main" id="{30F3DC04-4A5E-4E37-AC92-D1B9C2A6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48450"/>
            <a:ext cx="1022985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138" name="keys-text">
            <a:extLst xmlns:a="http://schemas.openxmlformats.org/drawingml/2006/main">
              <a:ext uri="{FF2B5EF4-FFF2-40B4-BE49-F238E27FC236}">
                <a16:creationId xmlns:a16="http://schemas.microsoft.com/office/drawing/2014/main" id="{DECE99D5-6C3E-4D02-BB77-8ED8FF2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9944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013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user_key → sessions • memory • orders     |     area → profile • policy • cache     |     session_id → turns[]</a:t>
            </a:r>
          </a:p>
        </p:txBody>
      </p:sp>
      <p:sp>
        <p:nvSpPr>
          <p:cNvPr id="139" name="benefits-card">
            <a:extLst xmlns:a="http://schemas.openxmlformats.org/drawingml/2006/main">
              <a:ext uri="{FF2B5EF4-FFF2-40B4-BE49-F238E27FC236}">
                <a16:creationId xmlns:a16="http://schemas.microsoft.com/office/drawing/2014/main" id="{5CF637D4-9DED-4321-973C-FC68697F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24700"/>
            <a:ext cx="144780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B8DCCB"/>
            </a:solidFill>
            <a:prstDash val="solid"/>
          </a:ln>
        </p:spPr>
      </p:sp>
      <p:sp>
        <p:nvSpPr>
          <p:cNvPr id="140" name="benefits-heading">
            <a:extLst xmlns:a="http://schemas.openxmlformats.org/drawingml/2006/main">
              <a:ext uri="{FF2B5EF4-FFF2-40B4-BE49-F238E27FC236}">
                <a16:creationId xmlns:a16="http://schemas.microsoft.com/office/drawing/2014/main" id="{2FEFAD08-88D9-4523-B92F-DE995C6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247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BENEFÍCIOS</a:t>
            </a:r>
          </a:p>
          <a:p xmlns:a="http://schemas.openxmlformats.org/drawingml/2006/main">
            <a:pPr algn="l">
              <a:defRPr sz="1425" b="1">
                <a:solidFill>
                  <a:srgbClr val="0068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684A"/>
                </a:solidFill>
                <a:latin typeface="Arial"/>
                <a:ea typeface="Arial"/>
                <a:cs typeface="Arial"/>
              </a:rPr>
              <a:t>PARA O NEGÓCIO</a:t>
            </a:r>
          </a:p>
        </p:txBody>
      </p:sp>
      <p:sp>
        <p:nvSpPr>
          <p:cNvPr id="141" name="benefits-separator">
            <a:extLst xmlns:a="http://schemas.openxmlformats.org/drawingml/2006/main">
              <a:ext uri="{FF2B5EF4-FFF2-40B4-BE49-F238E27FC236}">
                <a16:creationId xmlns:a16="http://schemas.microsoft.com/office/drawing/2014/main" id="{E1BAFEFD-796D-42F0-802D-63CA43B3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2675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DCCB"/>
            </a:solidFill>
            <a:prstDash val="solid"/>
          </a:ln>
        </p:spPr>
      </p:sp>
      <p:sp>
        <p:nvSpPr>
          <p:cNvPr id="142" name="benefit-0-badge">
            <a:extLst xmlns:a="http://schemas.openxmlformats.org/drawingml/2006/main">
              <a:ext uri="{FF2B5EF4-FFF2-40B4-BE49-F238E27FC236}">
                <a16:creationId xmlns:a16="http://schemas.microsoft.com/office/drawing/2014/main" id="{8F08B6E6-7CFE-42EA-A6FE-351956A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96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143" name="benefit-0-badge-label">
            <a:extLst xmlns:a="http://schemas.openxmlformats.org/drawingml/2006/main">
              <a:ext uri="{FF2B5EF4-FFF2-40B4-BE49-F238E27FC236}">
                <a16:creationId xmlns:a16="http://schemas.microsoft.com/office/drawing/2014/main" id="{F752E251-E737-4645-BD0C-D9F2D42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2961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CTX</a:t>
            </a:r>
          </a:p>
        </p:txBody>
      </p:sp>
      <p:sp>
        <p:nvSpPr>
          <p:cNvPr id="144" name="benefit-0-title">
            <a:extLst xmlns:a="http://schemas.openxmlformats.org/drawingml/2006/main">
              <a:ext uri="{FF2B5EF4-FFF2-40B4-BE49-F238E27FC236}">
                <a16:creationId xmlns:a16="http://schemas.microsoft.com/office/drawing/2014/main" id="{E10AB71A-B8C9-4865-A1F2-0C1E7B3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2866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Continuidade</a:t>
            </a:r>
          </a:p>
        </p:txBody>
      </p:sp>
      <p:sp>
        <p:nvSpPr>
          <p:cNvPr id="145" name="benefit-0-body">
            <a:extLst xmlns:a="http://schemas.openxmlformats.org/drawingml/2006/main">
              <a:ext uri="{FF2B5EF4-FFF2-40B4-BE49-F238E27FC236}">
                <a16:creationId xmlns:a16="http://schemas.microsoft.com/office/drawing/2014/main" id="{12ED1234-AB8C-49F8-B324-330F43F0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75628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entre sessões</a:t>
            </a:r>
          </a:p>
        </p:txBody>
      </p:sp>
      <p:sp>
        <p:nvSpPr>
          <p:cNvPr id="146" name="benefit-1-badge">
            <a:extLst xmlns:a="http://schemas.openxmlformats.org/drawingml/2006/main">
              <a:ext uri="{FF2B5EF4-FFF2-40B4-BE49-F238E27FC236}">
                <a16:creationId xmlns:a16="http://schemas.microsoft.com/office/drawing/2014/main" id="{064CDFC5-0296-41C5-AF7F-DABFB303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96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147" name="benefit-1-badge-label">
            <a:extLst xmlns:a="http://schemas.openxmlformats.org/drawingml/2006/main">
              <a:ext uri="{FF2B5EF4-FFF2-40B4-BE49-F238E27FC236}">
                <a16:creationId xmlns:a16="http://schemas.microsoft.com/office/drawing/2014/main" id="{C1500522-EF19-48D5-856C-CBD5707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2961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</a:t>
            </a:r>
          </a:p>
        </p:txBody>
      </p:sp>
      <p:sp>
        <p:nvSpPr>
          <p:cNvPr id="148" name="benefit-1-title">
            <a:extLst xmlns:a="http://schemas.openxmlformats.org/drawingml/2006/main">
              <a:ext uri="{FF2B5EF4-FFF2-40B4-BE49-F238E27FC236}">
                <a16:creationId xmlns:a16="http://schemas.microsoft.com/office/drawing/2014/main" id="{841C53AE-CE28-4D8F-A0B2-C1D4820C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2866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Contexto relevante</a:t>
            </a:r>
          </a:p>
        </p:txBody>
      </p:sp>
      <p:sp>
        <p:nvSpPr>
          <p:cNvPr id="149" name="benefit-1-body">
            <a:extLst xmlns:a="http://schemas.openxmlformats.org/drawingml/2006/main">
              <a:ext uri="{FF2B5EF4-FFF2-40B4-BE49-F238E27FC236}">
                <a16:creationId xmlns:a16="http://schemas.microsoft.com/office/drawing/2014/main" id="{EA34E744-98E9-45B6-843E-61E4568F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628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menos tokens</a:t>
            </a:r>
          </a:p>
        </p:txBody>
      </p:sp>
      <p:sp>
        <p:nvSpPr>
          <p:cNvPr id="150" name="benefit-2-badge">
            <a:extLst xmlns:a="http://schemas.openxmlformats.org/drawingml/2006/main">
              <a:ext uri="{FF2B5EF4-FFF2-40B4-BE49-F238E27FC236}">
                <a16:creationId xmlns:a16="http://schemas.microsoft.com/office/drawing/2014/main" id="{EF75D95F-3212-403D-82CF-C2FE2C6F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296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151" name="benefit-2-badge-label">
            <a:extLst xmlns:a="http://schemas.openxmlformats.org/drawingml/2006/main">
              <a:ext uri="{FF2B5EF4-FFF2-40B4-BE49-F238E27FC236}">
                <a16:creationId xmlns:a16="http://schemas.microsoft.com/office/drawing/2014/main" id="{B6302A58-A56C-4A62-A767-99940738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2961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ISO</a:t>
            </a:r>
          </a:p>
        </p:txBody>
      </p:sp>
      <p:sp>
        <p:nvSpPr>
          <p:cNvPr id="152" name="benefit-2-title">
            <a:extLst xmlns:a="http://schemas.openxmlformats.org/drawingml/2006/main">
              <a:ext uri="{FF2B5EF4-FFF2-40B4-BE49-F238E27FC236}">
                <a16:creationId xmlns:a16="http://schemas.microsoft.com/office/drawing/2014/main" id="{6DF9A487-798F-427F-BBD0-CCF9B8AB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2866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Personalização</a:t>
            </a:r>
          </a:p>
        </p:txBody>
      </p:sp>
      <p:sp>
        <p:nvSpPr>
          <p:cNvPr id="153" name="benefit-2-body">
            <a:extLst xmlns:a="http://schemas.openxmlformats.org/drawingml/2006/main">
              <a:ext uri="{FF2B5EF4-FFF2-40B4-BE49-F238E27FC236}">
                <a16:creationId xmlns:a16="http://schemas.microsoft.com/office/drawing/2014/main" id="{60B59928-2AF5-4A9D-BAF2-811A4CAB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5628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isolada por usuário/área</a:t>
            </a:r>
          </a:p>
        </p:txBody>
      </p:sp>
      <p:sp>
        <p:nvSpPr>
          <p:cNvPr id="154" name="benefit-3-badge">
            <a:extLst xmlns:a="http://schemas.openxmlformats.org/drawingml/2006/main">
              <a:ext uri="{FF2B5EF4-FFF2-40B4-BE49-F238E27FC236}">
                <a16:creationId xmlns:a16="http://schemas.microsoft.com/office/drawing/2014/main" id="{09219B74-BE6A-44ED-96FE-DF182C13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72961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12859">
            <a:solidFill>
              <a:srgbClr val="00684A"/>
            </a:solidFill>
            <a:prstDash val="solid"/>
          </a:ln>
        </p:spPr>
      </p:sp>
      <p:sp>
        <p:nvSpPr>
          <p:cNvPr id="155" name="benefit-3-badge-label">
            <a:extLst xmlns:a="http://schemas.openxmlformats.org/drawingml/2006/main">
              <a:ext uri="{FF2B5EF4-FFF2-40B4-BE49-F238E27FC236}">
                <a16:creationId xmlns:a16="http://schemas.microsoft.com/office/drawing/2014/main" id="{76340727-B489-4799-875F-5CC6D6C1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72961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</a:t>
            </a:r>
          </a:p>
        </p:txBody>
      </p:sp>
      <p:sp>
        <p:nvSpPr>
          <p:cNvPr id="156" name="benefit-3-title">
            <a:extLst xmlns:a="http://schemas.openxmlformats.org/drawingml/2006/main">
              <a:ext uri="{FF2B5EF4-FFF2-40B4-BE49-F238E27FC236}">
                <a16:creationId xmlns:a16="http://schemas.microsoft.com/office/drawing/2014/main" id="{9CECAC85-29C0-4FAC-92D1-35C10365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286625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241E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10241E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157" name="benefit-3-body">
            <a:extLst xmlns:a="http://schemas.openxmlformats.org/drawingml/2006/main">
              <a:ext uri="{FF2B5EF4-FFF2-40B4-BE49-F238E27FC236}">
                <a16:creationId xmlns:a16="http://schemas.microsoft.com/office/drawing/2014/main" id="{89DD6FA3-2D08-4A9A-B3C2-70D3F28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7562850"/>
            <a:ext cx="2047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46D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0746D"/>
                </a:solidFill>
                <a:latin typeface="Arial"/>
                <a:ea typeface="Arial"/>
                <a:cs typeface="Arial"/>
              </a:rPr>
              <a:t>traces e políticas auditáveis</a:t>
            </a:r>
          </a:p>
        </p:txBody>
      </p:sp>
      <p:sp>
        <p:nvSpPr>
          <p:cNvPr id="158" name="footer-bg">
            <a:extLst xmlns:a="http://schemas.openxmlformats.org/drawingml/2006/main">
              <a:ext uri="{FF2B5EF4-FFF2-40B4-BE49-F238E27FC236}">
                <a16:creationId xmlns:a16="http://schemas.microsoft.com/office/drawing/2014/main" id="{8E56A46F-2961-4978-92FE-8F69C811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15300"/>
            <a:ext cx="15240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159" name="footer-squareoff">
            <a:extLst xmlns:a="http://schemas.openxmlformats.org/drawingml/2006/main">
              <a:ext uri="{FF2B5EF4-FFF2-40B4-BE49-F238E27FC236}">
                <a16:creationId xmlns:a16="http://schemas.microsoft.com/office/drawing/2014/main" id="{24CD2D23-115B-41C7-9E57-D15FECB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15300"/>
            <a:ext cx="1524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84A"/>
          </a:solidFill>
          <a:ln xmlns:a="http://schemas.openxmlformats.org/drawingml/2006/main" w="0">
            <a:solidFill>
              <a:srgbClr val="00684A"/>
            </a:solidFill>
            <a:prstDash val="solid"/>
          </a:ln>
        </p:spPr>
      </p:sp>
      <p:sp>
        <p:nvSpPr>
          <p:cNvPr id="16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9913A82-D9DE-4F0B-8F7A-4D8B834B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1915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1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MongoDB × Voyage AI  |  Agentic Memory Architecture</a:t>
            </a:r>
          </a:p>
        </p:txBody>
      </p:sp>
      <p:sp>
        <p:nvSpPr>
          <p:cNvPr id="16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4A0A951-B2C1-4F2F-9843-FED38E8D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915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38" b="0">
                <a:solidFill>
                  <a:srgbClr val="D6EFE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D6EFE4"/>
                </a:solidFill>
                <a:latin typeface="Arial"/>
                <a:ea typeface="Arial"/>
                <a:cs typeface="Arial"/>
              </a:rPr>
              <a:t>Fonte: implementação atual da PoV • README + implementation-handoff • 2026-07</a:t>
            </a:r>
          </a:p>
        </p:txBody>
      </p:sp>
    </p:spTree>
    <p:extLst>
      <p:ext uri="{BB962C8B-B14F-4D97-AF65-F5344CB8AC3E}">
        <p14:creationId xmlns:p14="http://schemas.microsoft.com/office/powerpoint/2010/main" val="733817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2026-07-17T18:36:19.7810000Z</dcterms:created>
  <dcterms:modified xsi:type="dcterms:W3CDTF">2026-07-17T18:36:19.7810000Z</dcterms:modified>
</coreProperties>
</file>