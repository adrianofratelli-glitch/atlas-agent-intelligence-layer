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8b205e53f804849" /><Relationship Type="http://schemas.openxmlformats.org/officeDocument/2006/relationships/extended-properties" Target="/docProps/app.xml" Id="R60176ad7d04f4482" /><Relationship Type="http://schemas.openxmlformats.org/officeDocument/2006/relationships/officeDocument" Target="/ppt/presentation.xml" Id="R415acba8312e4b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7754ecabea94603"/>
  </p:sldMasterIdLst>
  <p:notesMasterIdLst>
    <p:notesMasterId xmlns:r="http://schemas.openxmlformats.org/officeDocument/2006/relationships" r:id="R06542d6353d74eec"/>
  </p:notesMasterIdLst>
  <p:sldIdLst>
    <p:sldId xmlns:r="http://schemas.openxmlformats.org/officeDocument/2006/relationships" id="256" r:id="R26c209b8decb4955"/>
  </p:sldIdLst>
  <p:sldSz cx="15240000" cy="8572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331e985ff204294" /><Relationship Type="http://schemas.openxmlformats.org/officeDocument/2006/relationships/slideMaster" Target="/ppt/slideMasters/slideMaster1.xml" Id="R47754ecabea94603" /><Relationship Type="http://schemas.openxmlformats.org/officeDocument/2006/relationships/notesMaster" Target="/ppt/notesMasters/notesMaster1.xml" Id="R06542d6353d74eec" /><Relationship Type="http://schemas.openxmlformats.org/officeDocument/2006/relationships/presProps" Target="/ppt/presProps.xml" Id="R59555ad70ef24d9d" /><Relationship Type="http://schemas.openxmlformats.org/officeDocument/2006/relationships/tableStyles" Target="/ppt/tableStyles.xml" Id="Re623b0420e244791" /><Relationship Type="http://schemas.openxmlformats.org/officeDocument/2006/relationships/slide" Target="/ppt/slides/slide1.xml" Id="R26c209b8decb495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faaf991071548c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7ed8d1902ee418e" /><Relationship Type="http://schemas.openxmlformats.org/officeDocument/2006/relationships/notesMaster" Target="/ppt/notesMasters/notesMaster1.xml" Id="R6e9e1d091677406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702996efec43a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39b749491b4681" /><Relationship Type="http://schemas.openxmlformats.org/officeDocument/2006/relationships/slideLayout" Target="/ppt/slideLayouts/slideLayout1.xml" Id="Rf4c64f142561458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c64f142561458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ca6886f61544e9" /><Relationship Type="http://schemas.openxmlformats.org/officeDocument/2006/relationships/notesSlide" Target="/ppt/notesSlides/notesSlide1.xml" Id="Rc46cb8e196114f1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1E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4" name="grid-v-0">
            <a:extLst xmlns:a="http://schemas.openxmlformats.org/drawingml/2006/main">
              <a:ext uri="{FF2B5EF4-FFF2-40B4-BE49-F238E27FC236}">
                <a16:creationId xmlns:a16="http://schemas.microsoft.com/office/drawing/2014/main" id="{A5434F71-A036-467C-8DC2-D384A3A08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715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340"/>
          </a:solidFill>
          <a:ln xmlns:a="http://schemas.openxmlformats.org/drawingml/2006/main" w="0">
            <a:solidFill>
              <a:srgbClr val="0A3340"/>
            </a:solidFill>
            <a:prstDash val="solid"/>
          </a:ln>
        </p:spPr>
      </p:sp>
      <p:sp>
        <p:nvSpPr>
          <p:cNvPr id="2" name="grid-v-80">
            <a:extLst xmlns:a="http://schemas.openxmlformats.org/drawingml/2006/main">
              <a:ext uri="{FF2B5EF4-FFF2-40B4-BE49-F238E27FC236}">
                <a16:creationId xmlns:a16="http://schemas.microsoft.com/office/drawing/2014/main" id="{0301D950-10AE-4AF9-A176-B60072E3C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5715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340"/>
          </a:solidFill>
          <a:ln xmlns:a="http://schemas.openxmlformats.org/drawingml/2006/main" w="0">
            <a:solidFill>
              <a:srgbClr val="0A3340"/>
            </a:solidFill>
            <a:prstDash val="solid"/>
          </a:ln>
        </p:spPr>
      </p:sp>
      <p:sp>
        <p:nvSpPr>
          <p:cNvPr id="3" name="grid-v-160">
            <a:extLst xmlns:a="http://schemas.openxmlformats.org/drawingml/2006/main">
              <a:ext uri="{FF2B5EF4-FFF2-40B4-BE49-F238E27FC236}">
                <a16:creationId xmlns:a16="http://schemas.microsoft.com/office/drawing/2014/main" id="{63370BB0-8707-438B-96E7-8CFC7CDD6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5715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340"/>
          </a:solidFill>
          <a:ln xmlns:a="http://schemas.openxmlformats.org/drawingml/2006/main" w="0">
            <a:solidFill>
              <a:srgbClr val="0A3340"/>
            </a:solidFill>
            <a:prstDash val="solid"/>
          </a:ln>
        </p:spPr>
      </p:sp>
      <p:sp>
        <p:nvSpPr>
          <p:cNvPr id="4" name="grid-v-240">
            <a:extLst xmlns:a="http://schemas.openxmlformats.org/drawingml/2006/main">
              <a:ext uri="{FF2B5EF4-FFF2-40B4-BE49-F238E27FC236}">
                <a16:creationId xmlns:a16="http://schemas.microsoft.com/office/drawing/2014/main" id="{34F36E6B-E41E-4621-8902-19867B98F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5715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340"/>
          </a:solidFill>
          <a:ln xmlns:a="http://schemas.openxmlformats.org/drawingml/2006/main" w="0">
            <a:solidFill>
              <a:srgbClr val="0A3340"/>
            </a:solidFill>
            <a:prstDash val="solid"/>
          </a:ln>
        </p:spPr>
      </p:sp>
      <p:sp>
        <p:nvSpPr>
          <p:cNvPr id="5" name="grid-v-320">
            <a:extLst xmlns:a="http://schemas.openxmlformats.org/drawingml/2006/main">
              <a:ext uri="{FF2B5EF4-FFF2-40B4-BE49-F238E27FC236}">
                <a16:creationId xmlns:a16="http://schemas.microsoft.com/office/drawing/2014/main" id="{F2B3E11F-3560-44BD-A7B8-32278415E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5715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340"/>
          </a:solidFill>
          <a:ln xmlns:a="http://schemas.openxmlformats.org/drawingml/2006/main" w="0">
            <a:solidFill>
              <a:srgbClr val="0A3340"/>
            </a:solidFill>
            <a:prstDash val="solid"/>
          </a:ln>
        </p:spPr>
      </p:sp>
      <p:sp>
        <p:nvSpPr>
          <p:cNvPr id="6" name="grid-v-400">
            <a:extLst xmlns:a="http://schemas.openxmlformats.org/drawingml/2006/main">
              <a:ext uri="{FF2B5EF4-FFF2-40B4-BE49-F238E27FC236}">
                <a16:creationId xmlns:a16="http://schemas.microsoft.com/office/drawing/2014/main" id="{E1F36F9F-7A53-4317-96E3-C4BD65ACC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5715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340"/>
          </a:solidFill>
          <a:ln xmlns:a="http://schemas.openxmlformats.org/drawingml/2006/main" w="0">
            <a:solidFill>
              <a:srgbClr val="0A3340"/>
            </a:solidFill>
            <a:prstDash val="solid"/>
          </a:ln>
        </p:spPr>
      </p:sp>
      <p:sp>
        <p:nvSpPr>
          <p:cNvPr id="7" name="grid-v-480">
            <a:extLst xmlns:a="http://schemas.openxmlformats.org/drawingml/2006/main">
              <a:ext uri="{FF2B5EF4-FFF2-40B4-BE49-F238E27FC236}">
                <a16:creationId xmlns:a16="http://schemas.microsoft.com/office/drawing/2014/main" id="{3E0C8228-B529-42DA-9592-509359E39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5715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340"/>
          </a:solidFill>
          <a:ln xmlns:a="http://schemas.openxmlformats.org/drawingml/2006/main" w="0">
            <a:solidFill>
              <a:srgbClr val="0A3340"/>
            </a:solidFill>
            <a:prstDash val="solid"/>
          </a:ln>
        </p:spPr>
      </p:sp>
      <p:sp>
        <p:nvSpPr>
          <p:cNvPr id="8" name="grid-v-560">
            <a:extLst xmlns:a="http://schemas.openxmlformats.org/drawingml/2006/main">
              <a:ext uri="{FF2B5EF4-FFF2-40B4-BE49-F238E27FC236}">
                <a16:creationId xmlns:a16="http://schemas.microsoft.com/office/drawing/2014/main" id="{77E10F55-790D-4910-A381-95EC342A8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5715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340"/>
          </a:solidFill>
          <a:ln xmlns:a="http://schemas.openxmlformats.org/drawingml/2006/main" w="0">
            <a:solidFill>
              <a:srgbClr val="0A3340"/>
            </a:solidFill>
            <a:prstDash val="solid"/>
          </a:ln>
        </p:spPr>
      </p:sp>
      <p:sp>
        <p:nvSpPr>
          <p:cNvPr id="9" name="grid-v-640">
            <a:extLst xmlns:a="http://schemas.openxmlformats.org/drawingml/2006/main">
              <a:ext uri="{FF2B5EF4-FFF2-40B4-BE49-F238E27FC236}">
                <a16:creationId xmlns:a16="http://schemas.microsoft.com/office/drawing/2014/main" id="{A5B55D52-2EC9-452B-A6C4-D5F9EB0F4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5715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340"/>
          </a:solidFill>
          <a:ln xmlns:a="http://schemas.openxmlformats.org/drawingml/2006/main" w="0">
            <a:solidFill>
              <a:srgbClr val="0A3340"/>
            </a:solidFill>
            <a:prstDash val="solid"/>
          </a:ln>
        </p:spPr>
      </p:sp>
      <p:sp>
        <p:nvSpPr>
          <p:cNvPr id="10" name="grid-v-720">
            <a:extLst xmlns:a="http://schemas.openxmlformats.org/drawingml/2006/main">
              <a:ext uri="{FF2B5EF4-FFF2-40B4-BE49-F238E27FC236}">
                <a16:creationId xmlns:a16="http://schemas.microsoft.com/office/drawing/2014/main" id="{8C514FE6-5A06-42B8-ABBA-ED94280C2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5715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340"/>
          </a:solidFill>
          <a:ln xmlns:a="http://schemas.openxmlformats.org/drawingml/2006/main" w="0">
            <a:solidFill>
              <a:srgbClr val="0A3340"/>
            </a:solidFill>
            <a:prstDash val="solid"/>
          </a:ln>
        </p:spPr>
      </p:sp>
      <p:sp>
        <p:nvSpPr>
          <p:cNvPr id="11" name="grid-v-800">
            <a:extLst xmlns:a="http://schemas.openxmlformats.org/drawingml/2006/main">
              <a:ext uri="{FF2B5EF4-FFF2-40B4-BE49-F238E27FC236}">
                <a16:creationId xmlns:a16="http://schemas.microsoft.com/office/drawing/2014/main" id="{B6A6AD2C-3309-4314-8B19-D462DFDDA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5715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340"/>
          </a:solidFill>
          <a:ln xmlns:a="http://schemas.openxmlformats.org/drawingml/2006/main" w="0">
            <a:solidFill>
              <a:srgbClr val="0A3340"/>
            </a:solidFill>
            <a:prstDash val="solid"/>
          </a:ln>
        </p:spPr>
      </p:sp>
      <p:sp>
        <p:nvSpPr>
          <p:cNvPr id="12" name="grid-v-880">
            <a:extLst xmlns:a="http://schemas.openxmlformats.org/drawingml/2006/main">
              <a:ext uri="{FF2B5EF4-FFF2-40B4-BE49-F238E27FC236}">
                <a16:creationId xmlns:a16="http://schemas.microsoft.com/office/drawing/2014/main" id="{C967E590-A8EB-42E5-A94B-AE03F6B28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5715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340"/>
          </a:solidFill>
          <a:ln xmlns:a="http://schemas.openxmlformats.org/drawingml/2006/main" w="0">
            <a:solidFill>
              <a:srgbClr val="0A3340"/>
            </a:solidFill>
            <a:prstDash val="solid"/>
          </a:ln>
        </p:spPr>
      </p:sp>
      <p:sp>
        <p:nvSpPr>
          <p:cNvPr id="13" name="grid-v-960">
            <a:extLst xmlns:a="http://schemas.openxmlformats.org/drawingml/2006/main">
              <a:ext uri="{FF2B5EF4-FFF2-40B4-BE49-F238E27FC236}">
                <a16:creationId xmlns:a16="http://schemas.microsoft.com/office/drawing/2014/main" id="{58B18AD2-9CE0-4275-8BD8-3CCE279B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5715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340"/>
          </a:solidFill>
          <a:ln xmlns:a="http://schemas.openxmlformats.org/drawingml/2006/main" w="0">
            <a:solidFill>
              <a:srgbClr val="0A3340"/>
            </a:solidFill>
            <a:prstDash val="solid"/>
          </a:ln>
        </p:spPr>
      </p:sp>
      <p:sp>
        <p:nvSpPr>
          <p:cNvPr id="14" name="grid-v-1040">
            <a:extLst xmlns:a="http://schemas.openxmlformats.org/drawingml/2006/main">
              <a:ext uri="{FF2B5EF4-FFF2-40B4-BE49-F238E27FC236}">
                <a16:creationId xmlns:a16="http://schemas.microsoft.com/office/drawing/2014/main" id="{C9BCE87F-888A-48E8-9C4B-5358ABF2C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5715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340"/>
          </a:solidFill>
          <a:ln xmlns:a="http://schemas.openxmlformats.org/drawingml/2006/main" w="0">
            <a:solidFill>
              <a:srgbClr val="0A3340"/>
            </a:solidFill>
            <a:prstDash val="solid"/>
          </a:ln>
        </p:spPr>
      </p:sp>
      <p:sp>
        <p:nvSpPr>
          <p:cNvPr id="15" name="grid-v-1120">
            <a:extLst xmlns:a="http://schemas.openxmlformats.org/drawingml/2006/main">
              <a:ext uri="{FF2B5EF4-FFF2-40B4-BE49-F238E27FC236}">
                <a16:creationId xmlns:a16="http://schemas.microsoft.com/office/drawing/2014/main" id="{0E113368-FD0A-43B0-8FD0-EEEEC8A71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5715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340"/>
          </a:solidFill>
          <a:ln xmlns:a="http://schemas.openxmlformats.org/drawingml/2006/main" w="0">
            <a:solidFill>
              <a:srgbClr val="0A3340"/>
            </a:solidFill>
            <a:prstDash val="solid"/>
          </a:ln>
        </p:spPr>
      </p:sp>
      <p:sp>
        <p:nvSpPr>
          <p:cNvPr id="16" name="grid-v-1200">
            <a:extLst xmlns:a="http://schemas.openxmlformats.org/drawingml/2006/main">
              <a:ext uri="{FF2B5EF4-FFF2-40B4-BE49-F238E27FC236}">
                <a16:creationId xmlns:a16="http://schemas.microsoft.com/office/drawing/2014/main" id="{EC8EDF2D-DB37-4596-93BD-643D5225E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5715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340"/>
          </a:solidFill>
          <a:ln xmlns:a="http://schemas.openxmlformats.org/drawingml/2006/main" w="0">
            <a:solidFill>
              <a:srgbClr val="0A3340"/>
            </a:solidFill>
            <a:prstDash val="solid"/>
          </a:ln>
        </p:spPr>
      </p:sp>
      <p:sp>
        <p:nvSpPr>
          <p:cNvPr id="17" name="grid-v-1280">
            <a:extLst xmlns:a="http://schemas.openxmlformats.org/drawingml/2006/main">
              <a:ext uri="{FF2B5EF4-FFF2-40B4-BE49-F238E27FC236}">
                <a16:creationId xmlns:a16="http://schemas.microsoft.com/office/drawing/2014/main" id="{46195FBF-DFBA-4F1C-A6C3-A2F4DA8E5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5715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340"/>
          </a:solidFill>
          <a:ln xmlns:a="http://schemas.openxmlformats.org/drawingml/2006/main" w="0">
            <a:solidFill>
              <a:srgbClr val="0A3340"/>
            </a:solidFill>
            <a:prstDash val="solid"/>
          </a:ln>
        </p:spPr>
      </p:sp>
      <p:sp>
        <p:nvSpPr>
          <p:cNvPr id="18" name="grid-v-1360">
            <a:extLst xmlns:a="http://schemas.openxmlformats.org/drawingml/2006/main">
              <a:ext uri="{FF2B5EF4-FFF2-40B4-BE49-F238E27FC236}">
                <a16:creationId xmlns:a16="http://schemas.microsoft.com/office/drawing/2014/main" id="{674CE980-306D-4A33-9076-42D8CA45D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0"/>
            <a:ext cx="5715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340"/>
          </a:solidFill>
          <a:ln xmlns:a="http://schemas.openxmlformats.org/drawingml/2006/main" w="0">
            <a:solidFill>
              <a:srgbClr val="0A3340"/>
            </a:solidFill>
            <a:prstDash val="solid"/>
          </a:ln>
        </p:spPr>
      </p:sp>
      <p:sp>
        <p:nvSpPr>
          <p:cNvPr id="19" name="grid-v-1440">
            <a:extLst xmlns:a="http://schemas.openxmlformats.org/drawingml/2006/main">
              <a:ext uri="{FF2B5EF4-FFF2-40B4-BE49-F238E27FC236}">
                <a16:creationId xmlns:a16="http://schemas.microsoft.com/office/drawing/2014/main" id="{87676AD9-4722-4E82-9D03-DF5349A24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0"/>
            <a:ext cx="5715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340"/>
          </a:solidFill>
          <a:ln xmlns:a="http://schemas.openxmlformats.org/drawingml/2006/main" w="0">
            <a:solidFill>
              <a:srgbClr val="0A3340"/>
            </a:solidFill>
            <a:prstDash val="solid"/>
          </a:ln>
        </p:spPr>
      </p:sp>
      <p:sp>
        <p:nvSpPr>
          <p:cNvPr id="20" name="grid-v-1520">
            <a:extLst xmlns:a="http://schemas.openxmlformats.org/drawingml/2006/main">
              <a:ext uri="{FF2B5EF4-FFF2-40B4-BE49-F238E27FC236}">
                <a16:creationId xmlns:a16="http://schemas.microsoft.com/office/drawing/2014/main" id="{C76ECD90-44CD-4A69-9FBA-0BA253B83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0"/>
            <a:ext cx="5715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340"/>
          </a:solidFill>
          <a:ln xmlns:a="http://schemas.openxmlformats.org/drawingml/2006/main" w="0">
            <a:solidFill>
              <a:srgbClr val="0A3340"/>
            </a:solidFill>
            <a:prstDash val="solid"/>
          </a:ln>
        </p:spPr>
      </p:sp>
      <p:sp>
        <p:nvSpPr>
          <p:cNvPr id="21" name="grid-v-1600">
            <a:extLst xmlns:a="http://schemas.openxmlformats.org/drawingml/2006/main">
              <a:ext uri="{FF2B5EF4-FFF2-40B4-BE49-F238E27FC236}">
                <a16:creationId xmlns:a16="http://schemas.microsoft.com/office/drawing/2014/main" id="{3ACEF9AE-AEED-4415-9DB7-45DD9ABCD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0"/>
            <a:ext cx="5715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340"/>
          </a:solidFill>
          <a:ln xmlns:a="http://schemas.openxmlformats.org/drawingml/2006/main" w="0">
            <a:solidFill>
              <a:srgbClr val="0A3340"/>
            </a:solidFill>
            <a:prstDash val="solid"/>
          </a:ln>
        </p:spPr>
      </p:sp>
      <p:sp>
        <p:nvSpPr>
          <p:cNvPr id="22" name="grid-h-0">
            <a:extLst xmlns:a="http://schemas.openxmlformats.org/drawingml/2006/main">
              <a:ext uri="{FF2B5EF4-FFF2-40B4-BE49-F238E27FC236}">
                <a16:creationId xmlns:a16="http://schemas.microsoft.com/office/drawing/2014/main" id="{DAD1C429-45CB-4272-8811-1B885529B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340"/>
          </a:solidFill>
          <a:ln xmlns:a="http://schemas.openxmlformats.org/drawingml/2006/main" w="0">
            <a:solidFill>
              <a:srgbClr val="0A3340"/>
            </a:solidFill>
            <a:prstDash val="solid"/>
          </a:ln>
        </p:spPr>
      </p:sp>
      <p:sp>
        <p:nvSpPr>
          <p:cNvPr id="23" name="grid-h-80">
            <a:extLst xmlns:a="http://schemas.openxmlformats.org/drawingml/2006/main">
              <a:ext uri="{FF2B5EF4-FFF2-40B4-BE49-F238E27FC236}">
                <a16:creationId xmlns:a16="http://schemas.microsoft.com/office/drawing/2014/main" id="{59F92539-910C-4441-8309-898CAEE73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52400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340"/>
          </a:solidFill>
          <a:ln xmlns:a="http://schemas.openxmlformats.org/drawingml/2006/main" w="0">
            <a:solidFill>
              <a:srgbClr val="0A3340"/>
            </a:solidFill>
            <a:prstDash val="solid"/>
          </a:ln>
        </p:spPr>
      </p:sp>
      <p:sp>
        <p:nvSpPr>
          <p:cNvPr id="24" name="grid-h-160">
            <a:extLst xmlns:a="http://schemas.openxmlformats.org/drawingml/2006/main">
              <a:ext uri="{FF2B5EF4-FFF2-40B4-BE49-F238E27FC236}">
                <a16:creationId xmlns:a16="http://schemas.microsoft.com/office/drawing/2014/main" id="{5A39ECBC-B616-4C0D-8F05-DD9583E0A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52400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340"/>
          </a:solidFill>
          <a:ln xmlns:a="http://schemas.openxmlformats.org/drawingml/2006/main" w="0">
            <a:solidFill>
              <a:srgbClr val="0A3340"/>
            </a:solidFill>
            <a:prstDash val="solid"/>
          </a:ln>
        </p:spPr>
      </p:sp>
      <p:sp>
        <p:nvSpPr>
          <p:cNvPr id="25" name="grid-h-240">
            <a:extLst xmlns:a="http://schemas.openxmlformats.org/drawingml/2006/main">
              <a:ext uri="{FF2B5EF4-FFF2-40B4-BE49-F238E27FC236}">
                <a16:creationId xmlns:a16="http://schemas.microsoft.com/office/drawing/2014/main" id="{63DA1AD2-116E-4BAD-B76B-C75460167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52400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340"/>
          </a:solidFill>
          <a:ln xmlns:a="http://schemas.openxmlformats.org/drawingml/2006/main" w="0">
            <a:solidFill>
              <a:srgbClr val="0A3340"/>
            </a:solidFill>
            <a:prstDash val="solid"/>
          </a:ln>
        </p:spPr>
      </p:sp>
      <p:sp>
        <p:nvSpPr>
          <p:cNvPr id="26" name="grid-h-320">
            <a:extLst xmlns:a="http://schemas.openxmlformats.org/drawingml/2006/main">
              <a:ext uri="{FF2B5EF4-FFF2-40B4-BE49-F238E27FC236}">
                <a16:creationId xmlns:a16="http://schemas.microsoft.com/office/drawing/2014/main" id="{26AEFD5A-40B4-45C3-830D-F35E13788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52400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340"/>
          </a:solidFill>
          <a:ln xmlns:a="http://schemas.openxmlformats.org/drawingml/2006/main" w="0">
            <a:solidFill>
              <a:srgbClr val="0A3340"/>
            </a:solidFill>
            <a:prstDash val="solid"/>
          </a:ln>
        </p:spPr>
      </p:sp>
      <p:sp>
        <p:nvSpPr>
          <p:cNvPr id="27" name="grid-h-400">
            <a:extLst xmlns:a="http://schemas.openxmlformats.org/drawingml/2006/main">
              <a:ext uri="{FF2B5EF4-FFF2-40B4-BE49-F238E27FC236}">
                <a16:creationId xmlns:a16="http://schemas.microsoft.com/office/drawing/2014/main" id="{9FC54B8D-9AAB-4B99-A892-A05354F06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52400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340"/>
          </a:solidFill>
          <a:ln xmlns:a="http://schemas.openxmlformats.org/drawingml/2006/main" w="0">
            <a:solidFill>
              <a:srgbClr val="0A3340"/>
            </a:solidFill>
            <a:prstDash val="solid"/>
          </a:ln>
        </p:spPr>
      </p:sp>
      <p:sp>
        <p:nvSpPr>
          <p:cNvPr id="28" name="grid-h-480">
            <a:extLst xmlns:a="http://schemas.openxmlformats.org/drawingml/2006/main">
              <a:ext uri="{FF2B5EF4-FFF2-40B4-BE49-F238E27FC236}">
                <a16:creationId xmlns:a16="http://schemas.microsoft.com/office/drawing/2014/main" id="{5EAFDC52-0901-4E11-987F-A080AD016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52400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340"/>
          </a:solidFill>
          <a:ln xmlns:a="http://schemas.openxmlformats.org/drawingml/2006/main" w="0">
            <a:solidFill>
              <a:srgbClr val="0A3340"/>
            </a:solidFill>
            <a:prstDash val="solid"/>
          </a:ln>
        </p:spPr>
      </p:sp>
      <p:sp>
        <p:nvSpPr>
          <p:cNvPr id="29" name="grid-h-560">
            <a:extLst xmlns:a="http://schemas.openxmlformats.org/drawingml/2006/main">
              <a:ext uri="{FF2B5EF4-FFF2-40B4-BE49-F238E27FC236}">
                <a16:creationId xmlns:a16="http://schemas.microsoft.com/office/drawing/2014/main" id="{20479764-1F32-438B-9171-F2E8CE909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52400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340"/>
          </a:solidFill>
          <a:ln xmlns:a="http://schemas.openxmlformats.org/drawingml/2006/main" w="0">
            <a:solidFill>
              <a:srgbClr val="0A3340"/>
            </a:solidFill>
            <a:prstDash val="solid"/>
          </a:ln>
        </p:spPr>
      </p:sp>
      <p:sp>
        <p:nvSpPr>
          <p:cNvPr id="30" name="grid-h-640">
            <a:extLst xmlns:a="http://schemas.openxmlformats.org/drawingml/2006/main">
              <a:ext uri="{FF2B5EF4-FFF2-40B4-BE49-F238E27FC236}">
                <a16:creationId xmlns:a16="http://schemas.microsoft.com/office/drawing/2014/main" id="{0D22198E-B9FD-4A2B-9A5E-61D787281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52400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340"/>
          </a:solidFill>
          <a:ln xmlns:a="http://schemas.openxmlformats.org/drawingml/2006/main" w="0">
            <a:solidFill>
              <a:srgbClr val="0A3340"/>
            </a:solidFill>
            <a:prstDash val="solid"/>
          </a:ln>
        </p:spPr>
      </p:sp>
      <p:sp>
        <p:nvSpPr>
          <p:cNvPr id="31" name="grid-h-720">
            <a:extLst xmlns:a="http://schemas.openxmlformats.org/drawingml/2006/main">
              <a:ext uri="{FF2B5EF4-FFF2-40B4-BE49-F238E27FC236}">
                <a16:creationId xmlns:a16="http://schemas.microsoft.com/office/drawing/2014/main" id="{0FD54329-841A-487B-A0F2-C62880A16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52400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340"/>
          </a:solidFill>
          <a:ln xmlns:a="http://schemas.openxmlformats.org/drawingml/2006/main" w="0">
            <a:solidFill>
              <a:srgbClr val="0A3340"/>
            </a:solidFill>
            <a:prstDash val="solid"/>
          </a:ln>
        </p:spPr>
      </p:sp>
      <p:sp>
        <p:nvSpPr>
          <p:cNvPr id="32" name="grid-h-800">
            <a:extLst xmlns:a="http://schemas.openxmlformats.org/drawingml/2006/main">
              <a:ext uri="{FF2B5EF4-FFF2-40B4-BE49-F238E27FC236}">
                <a16:creationId xmlns:a16="http://schemas.microsoft.com/office/drawing/2014/main" id="{1FC944E4-E66E-4D32-AA13-F09E0C0D2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0"/>
            <a:ext cx="152400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340"/>
          </a:solidFill>
          <a:ln xmlns:a="http://schemas.openxmlformats.org/drawingml/2006/main" w="0">
            <a:solidFill>
              <a:srgbClr val="0A3340"/>
            </a:solidFill>
            <a:prstDash val="solid"/>
          </a:ln>
        </p:spPr>
      </p:sp>
      <p:sp>
        <p:nvSpPr>
          <p:cNvPr id="33" name="grid-h-880">
            <a:extLst xmlns:a="http://schemas.openxmlformats.org/drawingml/2006/main">
              <a:ext uri="{FF2B5EF4-FFF2-40B4-BE49-F238E27FC236}">
                <a16:creationId xmlns:a16="http://schemas.microsoft.com/office/drawing/2014/main" id="{F6E8D550-7803-4C54-876A-30D85FBC3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82000"/>
            <a:ext cx="152400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340"/>
          </a:solidFill>
          <a:ln xmlns:a="http://schemas.openxmlformats.org/drawingml/2006/main" w="0">
            <a:solidFill>
              <a:srgbClr val="0A3340"/>
            </a:solidFill>
            <a:prstDash val="solid"/>
          </a:ln>
        </p:spPr>
      </p:sp>
      <p:sp>
        <p:nvSpPr>
          <p:cNvPr id="34" name="top-rail">
            <a:extLst xmlns:a="http://schemas.openxmlformats.org/drawingml/2006/main">
              <a:ext uri="{FF2B5EF4-FFF2-40B4-BE49-F238E27FC236}">
                <a16:creationId xmlns:a16="http://schemas.microsoft.com/office/drawing/2014/main" id="{26C2A401-BFF2-4FB2-8552-4CD594C15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41D"/>
          </a:solidFill>
          <a:ln xmlns:a="http://schemas.openxmlformats.org/drawingml/2006/main" w="0">
            <a:solidFill>
              <a:srgbClr val="00141D"/>
            </a:solidFill>
            <a:prstDash val="solid"/>
          </a:ln>
        </p:spPr>
      </p:sp>
      <p:sp>
        <p:nvSpPr>
          <p:cNvPr id="35" name="top-pill">
            <a:extLst xmlns:a="http://schemas.openxmlformats.org/drawingml/2006/main">
              <a:ext uri="{FF2B5EF4-FFF2-40B4-BE49-F238E27FC236}">
                <a16:creationId xmlns:a16="http://schemas.microsoft.com/office/drawing/2014/main" id="{33728722-AB3D-4134-AE6B-C7C6F96D5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"/>
            <a:ext cx="6858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1FF05"/>
          </a:solidFill>
          <a:ln xmlns:a="http://schemas.openxmlformats.org/drawingml/2006/main" w="9525">
            <a:solidFill>
              <a:srgbClr val="B1FF05"/>
            </a:solidFill>
            <a:prstDash val="solid"/>
          </a:ln>
        </p:spPr>
      </p:sp>
      <p:sp>
        <p:nvSpPr>
          <p:cNvPr id="36" name="top-pill-text">
            <a:extLst xmlns:a="http://schemas.openxmlformats.org/drawingml/2006/main">
              <a:ext uri="{FF2B5EF4-FFF2-40B4-BE49-F238E27FC236}">
                <a16:creationId xmlns:a16="http://schemas.microsoft.com/office/drawing/2014/main" id="{093396AD-8425-44AB-B6CD-034ED6B54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0141D"/>
                </a:solidFill>
                <a:latin typeface="Courier New"/>
                <a:ea typeface="Courier New"/>
                <a:cs typeface="Courier New"/>
              </a:defRPr>
            </a:pPr>
            <a:r>
              <a:rPr sz="713" b="1">
                <a:solidFill>
                  <a:srgbClr val="00141D"/>
                </a:solidFill>
                <a:latin typeface="Courier New"/>
                <a:ea typeface="Courier New"/>
                <a:cs typeface="Courier New"/>
              </a:rPr>
              <a:t>MONGODB</a:t>
            </a:r>
          </a:p>
        </p:txBody>
      </p:sp>
      <p:sp>
        <p:nvSpPr>
          <p:cNvPr id="37" name="top-message">
            <a:extLst xmlns:a="http://schemas.openxmlformats.org/drawingml/2006/main">
              <a:ext uri="{FF2B5EF4-FFF2-40B4-BE49-F238E27FC236}">
                <a16:creationId xmlns:a16="http://schemas.microsoft.com/office/drawing/2014/main" id="{9440F010-4206-4B0D-B137-5F9916D26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23825"/>
            <a:ext cx="542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8BCC4"/>
                </a:solidFill>
                <a:latin typeface="Courier New"/>
                <a:ea typeface="Courier New"/>
                <a:cs typeface="Courier New"/>
              </a:defRPr>
            </a:pPr>
            <a:r>
              <a:rPr sz="863" b="0">
                <a:solidFill>
                  <a:srgbClr val="A8BCC4"/>
                </a:solidFill>
                <a:latin typeface="Courier New"/>
                <a:ea typeface="Courier New"/>
                <a:cs typeface="Courier New"/>
              </a:rPr>
              <a:t>AGENT MEMORY  •  CONTEXT ENGINEERING  •  PoV</a:t>
            </a:r>
          </a:p>
        </p:txBody>
      </p:sp>
      <p:sp>
        <p:nvSpPr>
          <p:cNvPr id="38" name="top-source">
            <a:extLst xmlns:a="http://schemas.openxmlformats.org/drawingml/2006/main">
              <a:ext uri="{FF2B5EF4-FFF2-40B4-BE49-F238E27FC236}">
                <a16:creationId xmlns:a16="http://schemas.microsoft.com/office/drawing/2014/main" id="{DDAED8AE-018E-405A-9A42-C46A33C38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2382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00ED64"/>
                </a:solidFill>
                <a:latin typeface="Courier New"/>
                <a:ea typeface="Courier New"/>
                <a:cs typeface="Courier New"/>
              </a:defRPr>
            </a:pPr>
            <a:r>
              <a:rPr sz="788" b="1">
                <a:solidFill>
                  <a:srgbClr val="00ED64"/>
                </a:solidFill>
                <a:latin typeface="Courier New"/>
                <a:ea typeface="Courier New"/>
                <a:cs typeface="Courier New"/>
              </a:rPr>
              <a:t>NOMENCLATURA OFICIAL MONGODB</a:t>
            </a:r>
          </a:p>
        </p:txBody>
      </p:sp>
      <p:sp>
        <p:nvSpPr>
          <p:cNvPr id="39" name="leaf">
            <a:extLst xmlns:a="http://schemas.openxmlformats.org/drawingml/2006/main">
              <a:ext uri="{FF2B5EF4-FFF2-40B4-BE49-F238E27FC236}">
                <a16:creationId xmlns:a16="http://schemas.microsoft.com/office/drawing/2014/main" id="{97618E2D-666C-4FFD-802A-72D8968E6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5240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ED64"/>
          </a:solidFill>
          <a:ln xmlns:a="http://schemas.openxmlformats.org/drawingml/2006/main" w="4763">
            <a:solidFill>
              <a:srgbClr val="00ED64"/>
            </a:solidFill>
            <a:prstDash val="solid"/>
          </a:ln>
        </p:spPr>
      </p:sp>
      <p:sp>
        <p:nvSpPr>
          <p:cNvPr id="40" name="leaf-stem">
            <a:extLst xmlns:a="http://schemas.openxmlformats.org/drawingml/2006/main">
              <a:ext uri="{FF2B5EF4-FFF2-40B4-BE49-F238E27FC236}">
                <a16:creationId xmlns:a16="http://schemas.microsoft.com/office/drawing/2014/main" id="{56A7A705-50C1-4172-A1AC-36DD53FE2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95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0"/>
          </a:solidFill>
          <a:ln xmlns:a="http://schemas.openxmlformats.org/drawingml/2006/main" w="0">
            <a:solidFill>
              <a:srgbClr val="E8F3F0"/>
            </a:solidFill>
            <a:prstDash val="solid"/>
          </a:ln>
        </p:spPr>
      </p:sp>
      <p:sp>
        <p:nvSpPr>
          <p:cNvPr id="41" name="wordmark">
            <a:extLst xmlns:a="http://schemas.openxmlformats.org/drawingml/2006/main">
              <a:ext uri="{FF2B5EF4-FFF2-40B4-BE49-F238E27FC236}">
                <a16:creationId xmlns:a16="http://schemas.microsoft.com/office/drawing/2014/main" id="{90618BA9-93F8-428B-B61E-C3CD485F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7225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E8F3F0"/>
                </a:solidFill>
                <a:latin typeface="Georgia"/>
                <a:ea typeface="Georgia"/>
                <a:cs typeface="Georgia"/>
              </a:defRPr>
            </a:pPr>
            <a:r>
              <a:rPr sz="2100" b="0">
                <a:solidFill>
                  <a:srgbClr val="E8F3F0"/>
                </a:solidFill>
                <a:latin typeface="Georgia"/>
                <a:ea typeface="Georgia"/>
                <a:cs typeface="Georgia"/>
              </a:rPr>
              <a:t>MongoDB</a:t>
            </a:r>
          </a:p>
        </p:txBody>
      </p:sp>
      <p:sp>
        <p:nvSpPr>
          <p:cNvPr id="42" name="slide-pill">
            <a:extLst xmlns:a="http://schemas.openxmlformats.org/drawingml/2006/main">
              <a:ext uri="{FF2B5EF4-FFF2-40B4-BE49-F238E27FC236}">
                <a16:creationId xmlns:a16="http://schemas.microsoft.com/office/drawing/2014/main" id="{F4B34D9A-FD7A-4981-B479-97C7E81B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54075" y="647700"/>
            <a:ext cx="8953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3441"/>
          </a:solidFill>
          <a:ln xmlns:a="http://schemas.openxmlformats.org/drawingml/2006/main" w="9525">
            <a:solidFill>
              <a:srgbClr val="24505C"/>
            </a:solidFill>
            <a:prstDash val="solid"/>
          </a:ln>
        </p:spPr>
      </p:sp>
      <p:sp>
        <p:nvSpPr>
          <p:cNvPr id="43" name="slide-pill-text">
            <a:extLst xmlns:a="http://schemas.openxmlformats.org/drawingml/2006/main">
              <a:ext uri="{FF2B5EF4-FFF2-40B4-BE49-F238E27FC236}">
                <a16:creationId xmlns:a16="http://schemas.microsoft.com/office/drawing/2014/main" id="{876291CA-FBA5-4A34-B6FF-BE3C1B993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54075" y="647700"/>
            <a:ext cx="895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00ED64"/>
                </a:solidFill>
                <a:latin typeface="Courier New"/>
                <a:ea typeface="Courier New"/>
                <a:cs typeface="Courier New"/>
              </a:defRPr>
            </a:pPr>
            <a:r>
              <a:rPr sz="788" b="1">
                <a:solidFill>
                  <a:srgbClr val="00ED64"/>
                </a:solidFill>
                <a:latin typeface="Courier New"/>
                <a:ea typeface="Courier New"/>
                <a:cs typeface="Courier New"/>
              </a:rPr>
              <a:t>SLIDE 04</a:t>
            </a:r>
          </a:p>
        </p:txBody>
      </p:sp>
      <p:sp>
        <p:nvSpPr>
          <p:cNvPr id="44" name="hero-line-1">
            <a:extLst xmlns:a="http://schemas.openxmlformats.org/drawingml/2006/main">
              <a:ext uri="{FF2B5EF4-FFF2-40B4-BE49-F238E27FC236}">
                <a16:creationId xmlns:a16="http://schemas.microsoft.com/office/drawing/2014/main" id="{ACE2BDF6-DC9E-4355-8CE3-8EC1673F2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75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375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Do contexto ao aprendizado:</a:t>
            </a:r>
          </a:p>
        </p:txBody>
      </p:sp>
      <p:sp>
        <p:nvSpPr>
          <p:cNvPr id="45" name="hero-line-2">
            <a:extLst xmlns:a="http://schemas.openxmlformats.org/drawingml/2006/main">
              <a:ext uri="{FF2B5EF4-FFF2-40B4-BE49-F238E27FC236}">
                <a16:creationId xmlns:a16="http://schemas.microsoft.com/office/drawing/2014/main" id="{B7236068-B663-47DE-ABD0-3D23CC13C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0">
                <a:solidFill>
                  <a:srgbClr val="00ED64"/>
                </a:solidFill>
                <a:latin typeface="Georgia"/>
                <a:ea typeface="Georgia"/>
                <a:cs typeface="Georgia"/>
              </a:defRPr>
            </a:pPr>
            <a:r>
              <a:rPr sz="3525" b="0">
                <a:solidFill>
                  <a:srgbClr val="00ED64"/>
                </a:solidFill>
                <a:latin typeface="Georgia"/>
                <a:ea typeface="Georgia"/>
                <a:cs typeface="Georgia"/>
              </a:rPr>
              <a:t>a memória do agente vive no Atlas.</a:t>
            </a:r>
          </a:p>
        </p:txBody>
      </p:sp>
      <p:sp>
        <p:nvSpPr>
          <p:cNvPr id="46" name="hero-subtitle">
            <a:extLst xmlns:a="http://schemas.openxmlformats.org/drawingml/2006/main">
              <a:ext uri="{FF2B5EF4-FFF2-40B4-BE49-F238E27FC236}">
                <a16:creationId xmlns:a16="http://schemas.microsoft.com/office/drawing/2014/main" id="{BBC31632-A398-4255-B46B-8A1F2130A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219200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38" b="0">
                <a:solidFill>
                  <a:srgbClr val="A8BCC4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A8BCC4"/>
                </a:solidFill>
                <a:latin typeface="Arial"/>
                <a:ea typeface="Arial"/>
                <a:cs typeface="Arial"/>
              </a:rPr>
              <a:t>Uma camada externa para codificar, armazenar, recuperar e sintetizar experiências — com estado, busca e governança no mesmo dado.</a:t>
            </a:r>
          </a:p>
        </p:txBody>
      </p:sp>
      <p:sp>
        <p:nvSpPr>
          <p:cNvPr id="47" name="hero-divider">
            <a:extLst xmlns:a="http://schemas.openxmlformats.org/drawingml/2006/main">
              <a:ext uri="{FF2B5EF4-FFF2-40B4-BE49-F238E27FC236}">
                <a16:creationId xmlns:a16="http://schemas.microsoft.com/office/drawing/2014/main" id="{9DBB33A9-DA5B-4568-B9BA-9429171D4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1700"/>
            <a:ext cx="141541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05C"/>
          </a:solidFill>
          <a:ln xmlns:a="http://schemas.openxmlformats.org/drawingml/2006/main" w="0">
            <a:solidFill>
              <a:srgbClr val="24505C"/>
            </a:solidFill>
            <a:prstDash val="solid"/>
          </a:ln>
        </p:spPr>
      </p:sp>
      <p:sp>
        <p:nvSpPr>
          <p:cNvPr id="48" name="challenge-eyebrow">
            <a:extLst xmlns:a="http://schemas.openxmlformats.org/drawingml/2006/main">
              <a:ext uri="{FF2B5EF4-FFF2-40B4-BE49-F238E27FC236}">
                <a16:creationId xmlns:a16="http://schemas.microsoft.com/office/drawing/2014/main" id="{BE78D7AB-1700-4229-80A0-D493D3F1C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03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B1FF05"/>
                </a:solidFill>
                <a:latin typeface="Courier New"/>
                <a:ea typeface="Courier New"/>
                <a:cs typeface="Courier New"/>
              </a:defRPr>
            </a:pPr>
            <a:r>
              <a:rPr sz="863" b="1">
                <a:solidFill>
                  <a:srgbClr val="B1FF05"/>
                </a:solidFill>
                <a:latin typeface="Courier New"/>
                <a:ea typeface="Courier New"/>
                <a:cs typeface="Courier New"/>
              </a:rPr>
              <a:t>O DESAFIO</a:t>
            </a:r>
          </a:p>
        </p:txBody>
      </p:sp>
      <p:sp>
        <p:nvSpPr>
          <p:cNvPr id="49" name="challenge-title">
            <a:extLst xmlns:a="http://schemas.openxmlformats.org/drawingml/2006/main">
              <a:ext uri="{FF2B5EF4-FFF2-40B4-BE49-F238E27FC236}">
                <a16:creationId xmlns:a16="http://schemas.microsoft.com/office/drawing/2014/main" id="{51B603A2-4DEB-4D92-A417-88E32BE73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76525"/>
            <a:ext cx="2781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25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Contexto grande</a:t>
            </a:r>
          </a:p>
          <a:p xmlns:a="http://schemas.openxmlformats.org/drawingml/2006/main">
            <a:pPr algn="l">
              <a:defRPr sz="225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25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não é memória.</a:t>
            </a:r>
          </a:p>
        </p:txBody>
      </p:sp>
      <p:sp>
        <p:nvSpPr>
          <p:cNvPr id="50" name="challenge-copy">
            <a:extLst xmlns:a="http://schemas.openxmlformats.org/drawingml/2006/main">
              <a:ext uri="{FF2B5EF4-FFF2-40B4-BE49-F238E27FC236}">
                <a16:creationId xmlns:a16="http://schemas.microsoft.com/office/drawing/2014/main" id="{076305E4-80C7-4453-89D6-E54242C0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48050"/>
            <a:ext cx="2781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CC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8BCC4"/>
                </a:solidFill>
                <a:latin typeface="Arial"/>
                <a:ea typeface="Arial"/>
                <a:cs typeface="Arial"/>
              </a:rPr>
              <a:t>Sem uma memória externa, o agente continua reativo e stateless.</a:t>
            </a:r>
          </a:p>
        </p:txBody>
      </p:sp>
      <p:sp>
        <p:nvSpPr>
          <p:cNvPr id="51" name="challenge-1-dot">
            <a:extLst xmlns:a="http://schemas.openxmlformats.org/drawingml/2006/main">
              <a:ext uri="{FF2B5EF4-FFF2-40B4-BE49-F238E27FC236}">
                <a16:creationId xmlns:a16="http://schemas.microsoft.com/office/drawing/2014/main" id="{42360074-E7F3-43DA-97FB-C491C55EE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957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ED64"/>
          </a:solidFill>
          <a:ln xmlns:a="http://schemas.openxmlformats.org/drawingml/2006/main" w="4763">
            <a:solidFill>
              <a:srgbClr val="00ED64"/>
            </a:solidFill>
            <a:prstDash val="solid"/>
          </a:ln>
        </p:spPr>
      </p:sp>
      <p:sp>
        <p:nvSpPr>
          <p:cNvPr id="52" name="challenge-1-title">
            <a:extLst xmlns:a="http://schemas.openxmlformats.org/drawingml/2006/main">
              <a:ext uri="{FF2B5EF4-FFF2-40B4-BE49-F238E27FC236}">
                <a16:creationId xmlns:a16="http://schemas.microsoft.com/office/drawing/2014/main" id="{239BDCA5-AF09-4F7C-B522-F0F71191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48125"/>
            <a:ext cx="2590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8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8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Continuidade</a:t>
            </a:r>
          </a:p>
        </p:txBody>
      </p:sp>
      <p:sp>
        <p:nvSpPr>
          <p:cNvPr id="53" name="challenge-1-body">
            <a:extLst xmlns:a="http://schemas.openxmlformats.org/drawingml/2006/main">
              <a:ext uri="{FF2B5EF4-FFF2-40B4-BE49-F238E27FC236}">
                <a16:creationId xmlns:a16="http://schemas.microsoft.com/office/drawing/2014/main" id="{C9FF396D-2A00-48D7-805A-F1B84FB92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48150"/>
            <a:ext cx="2590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401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A8BCC4"/>
                </a:solidFill>
                <a:latin typeface="Arial"/>
                <a:ea typeface="Arial"/>
                <a:cs typeface="Arial"/>
              </a:defRPr>
            </a:pPr>
            <a:r>
              <a:rPr sz="960" b="0">
                <a:solidFill>
                  <a:srgbClr val="A8BCC4"/>
                </a:solidFill>
                <a:latin typeface="Arial"/>
                <a:ea typeface="Arial"/>
                <a:cs typeface="Arial"/>
              </a:rPr>
              <a:t>Não consegue recuperar conversas e decisões anteriores.</a:t>
            </a:r>
          </a:p>
        </p:txBody>
      </p:sp>
      <p:sp>
        <p:nvSpPr>
          <p:cNvPr id="54" name="challenge-2-dot">
            <a:extLst xmlns:a="http://schemas.openxmlformats.org/drawingml/2006/main">
              <a:ext uri="{FF2B5EF4-FFF2-40B4-BE49-F238E27FC236}">
                <a16:creationId xmlns:a16="http://schemas.microsoft.com/office/drawing/2014/main" id="{A856D901-25D9-4CC4-A246-CAE02137A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ED64"/>
          </a:solidFill>
          <a:ln xmlns:a="http://schemas.openxmlformats.org/drawingml/2006/main" w="4763">
            <a:solidFill>
              <a:srgbClr val="00ED64"/>
            </a:solidFill>
            <a:prstDash val="solid"/>
          </a:ln>
        </p:spPr>
      </p:sp>
      <p:sp>
        <p:nvSpPr>
          <p:cNvPr id="55" name="challenge-2-title">
            <a:extLst xmlns:a="http://schemas.openxmlformats.org/drawingml/2006/main">
              <a:ext uri="{FF2B5EF4-FFF2-40B4-BE49-F238E27FC236}">
                <a16:creationId xmlns:a16="http://schemas.microsoft.com/office/drawing/2014/main" id="{9584DCF7-A784-4DDA-9219-2337F0F40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19625"/>
            <a:ext cx="2590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8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8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Adaptação</a:t>
            </a:r>
          </a:p>
        </p:txBody>
      </p:sp>
      <p:sp>
        <p:nvSpPr>
          <p:cNvPr id="56" name="challenge-2-body">
            <a:extLst xmlns:a="http://schemas.openxmlformats.org/drawingml/2006/main">
              <a:ext uri="{FF2B5EF4-FFF2-40B4-BE49-F238E27FC236}">
                <a16:creationId xmlns:a16="http://schemas.microsoft.com/office/drawing/2014/main" id="{E4DCB26A-FE19-4CEF-8186-5511A3E7F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19650"/>
            <a:ext cx="2590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401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A8BCC4"/>
                </a:solidFill>
                <a:latin typeface="Arial"/>
                <a:ea typeface="Arial"/>
                <a:cs typeface="Arial"/>
              </a:defRPr>
            </a:pPr>
            <a:r>
              <a:rPr sz="960" b="0">
                <a:solidFill>
                  <a:srgbClr val="A8BCC4"/>
                </a:solidFill>
                <a:latin typeface="Arial"/>
                <a:ea typeface="Arial"/>
                <a:cs typeface="Arial"/>
              </a:rPr>
              <a:t>Não incorpora feedback nem ajusta o comportamento.</a:t>
            </a:r>
          </a:p>
        </p:txBody>
      </p:sp>
      <p:sp>
        <p:nvSpPr>
          <p:cNvPr id="57" name="challenge-3-dot">
            <a:extLst xmlns:a="http://schemas.openxmlformats.org/drawingml/2006/main">
              <a:ext uri="{FF2B5EF4-FFF2-40B4-BE49-F238E27FC236}">
                <a16:creationId xmlns:a16="http://schemas.microsoft.com/office/drawing/2014/main" id="{D630D4F2-268F-41E2-88B9-5E390C54F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ED64"/>
          </a:solidFill>
          <a:ln xmlns:a="http://schemas.openxmlformats.org/drawingml/2006/main" w="4763">
            <a:solidFill>
              <a:srgbClr val="00ED64"/>
            </a:solidFill>
            <a:prstDash val="solid"/>
          </a:ln>
        </p:spPr>
      </p:sp>
      <p:sp>
        <p:nvSpPr>
          <p:cNvPr id="58" name="challenge-3-title">
            <a:extLst xmlns:a="http://schemas.openxmlformats.org/drawingml/2006/main">
              <a:ext uri="{FF2B5EF4-FFF2-40B4-BE49-F238E27FC236}">
                <a16:creationId xmlns:a16="http://schemas.microsoft.com/office/drawing/2014/main" id="{31F42C6C-CB15-4031-A39E-468F23E0D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91125"/>
            <a:ext cx="2590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8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8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Objetivos persistentes</a:t>
            </a:r>
          </a:p>
        </p:txBody>
      </p:sp>
      <p:sp>
        <p:nvSpPr>
          <p:cNvPr id="59" name="challenge-3-body">
            <a:extLst xmlns:a="http://schemas.openxmlformats.org/drawingml/2006/main">
              <a:ext uri="{FF2B5EF4-FFF2-40B4-BE49-F238E27FC236}">
                <a16:creationId xmlns:a16="http://schemas.microsoft.com/office/drawing/2014/main" id="{2B4C7287-5639-4D7A-985B-986305CBD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91150"/>
            <a:ext cx="2590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A8BCC4"/>
                </a:solidFill>
                <a:latin typeface="Arial"/>
                <a:ea typeface="Arial"/>
                <a:cs typeface="Arial"/>
              </a:defRPr>
            </a:pPr>
            <a:r>
              <a:rPr sz="960" b="0">
                <a:solidFill>
                  <a:srgbClr val="A8BCC4"/>
                </a:solidFill>
                <a:latin typeface="Arial"/>
                <a:ea typeface="Arial"/>
                <a:cs typeface="Arial"/>
              </a:rPr>
              <a:t>Perde metas e estado entre sessões ou etapas.</a:t>
            </a:r>
          </a:p>
        </p:txBody>
      </p:sp>
      <p:sp>
        <p:nvSpPr>
          <p:cNvPr id="60" name="challenge-4-dot">
            <a:extLst xmlns:a="http://schemas.openxmlformats.org/drawingml/2006/main">
              <a:ext uri="{FF2B5EF4-FFF2-40B4-BE49-F238E27FC236}">
                <a16:creationId xmlns:a16="http://schemas.microsoft.com/office/drawing/2014/main" id="{B7F2A13F-B81A-423C-840D-C0A5CD5E0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0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ED64"/>
          </a:solidFill>
          <a:ln xmlns:a="http://schemas.openxmlformats.org/drawingml/2006/main" w="4763">
            <a:solidFill>
              <a:srgbClr val="00ED64"/>
            </a:solidFill>
            <a:prstDash val="solid"/>
          </a:ln>
        </p:spPr>
      </p:sp>
      <p:sp>
        <p:nvSpPr>
          <p:cNvPr id="61" name="challenge-4-title">
            <a:extLst xmlns:a="http://schemas.openxmlformats.org/drawingml/2006/main">
              <a:ext uri="{FF2B5EF4-FFF2-40B4-BE49-F238E27FC236}">
                <a16:creationId xmlns:a16="http://schemas.microsoft.com/office/drawing/2014/main" id="{D972832E-EE16-4D7A-827B-DEA092936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62625"/>
            <a:ext cx="2590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8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8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Personalização</a:t>
            </a:r>
          </a:p>
        </p:txBody>
      </p:sp>
      <p:sp>
        <p:nvSpPr>
          <p:cNvPr id="62" name="challenge-4-body">
            <a:extLst xmlns:a="http://schemas.openxmlformats.org/drawingml/2006/main">
              <a:ext uri="{FF2B5EF4-FFF2-40B4-BE49-F238E27FC236}">
                <a16:creationId xmlns:a16="http://schemas.microsoft.com/office/drawing/2014/main" id="{A9ADEDDA-A394-46B6-B238-2C8ACD6D5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62650"/>
            <a:ext cx="2590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401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A8BCC4"/>
                </a:solidFill>
                <a:latin typeface="Arial"/>
                <a:ea typeface="Arial"/>
                <a:cs typeface="Arial"/>
              </a:defRPr>
            </a:pPr>
            <a:r>
              <a:rPr sz="960" b="0">
                <a:solidFill>
                  <a:srgbClr val="A8BCC4"/>
                </a:solidFill>
                <a:latin typeface="Arial"/>
                <a:ea typeface="Arial"/>
                <a:cs typeface="Arial"/>
              </a:rPr>
              <a:t>Não acumula preferências e conhecimento do usuário.</a:t>
            </a:r>
          </a:p>
        </p:txBody>
      </p:sp>
      <p:sp>
        <p:nvSpPr>
          <p:cNvPr id="63" name="provider-callout">
            <a:extLst xmlns:a="http://schemas.openxmlformats.org/drawingml/2006/main">
              <a:ext uri="{FF2B5EF4-FFF2-40B4-BE49-F238E27FC236}">
                <a16:creationId xmlns:a16="http://schemas.microsoft.com/office/drawing/2014/main" id="{F7D9FC90-389D-46E7-BF0E-9C91B46B7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27813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0684A"/>
          </a:solidFill>
          <a:ln xmlns:a="http://schemas.openxmlformats.org/drawingml/2006/main" w="11430">
            <a:solidFill>
              <a:srgbClr val="00ED64"/>
            </a:solidFill>
            <a:prstDash val="solid"/>
          </a:ln>
        </p:spPr>
      </p:sp>
      <p:sp>
        <p:nvSpPr>
          <p:cNvPr id="64" name="provider-kicker">
            <a:extLst xmlns:a="http://schemas.openxmlformats.org/drawingml/2006/main">
              <a:ext uri="{FF2B5EF4-FFF2-40B4-BE49-F238E27FC236}">
                <a16:creationId xmlns:a16="http://schemas.microsoft.com/office/drawing/2014/main" id="{88186A40-FFD9-482E-BE58-14AE58354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43675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B1FF05"/>
                </a:solidFill>
                <a:latin typeface="Courier New"/>
                <a:ea typeface="Courier New"/>
                <a:cs typeface="Courier New"/>
              </a:defRPr>
            </a:pPr>
            <a:r>
              <a:rPr sz="713" b="1">
                <a:solidFill>
                  <a:srgbClr val="B1FF05"/>
                </a:solidFill>
                <a:latin typeface="Courier New"/>
                <a:ea typeface="Courier New"/>
                <a:cs typeface="Courier New"/>
              </a:rPr>
              <a:t>A MUDANÇA ARQUITETURAL</a:t>
            </a:r>
          </a:p>
        </p:txBody>
      </p:sp>
      <p:sp>
        <p:nvSpPr>
          <p:cNvPr id="65" name="provider-text">
            <a:extLst xmlns:a="http://schemas.openxmlformats.org/drawingml/2006/main">
              <a:ext uri="{FF2B5EF4-FFF2-40B4-BE49-F238E27FC236}">
                <a16:creationId xmlns:a16="http://schemas.microsoft.com/office/drawing/2014/main" id="{730D0EF6-5E1C-4275-9257-9B197943F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724650"/>
            <a:ext cx="247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9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MongoDB = memory provider do agente.</a:t>
            </a:r>
          </a:p>
        </p:txBody>
      </p:sp>
      <p:sp>
        <p:nvSpPr>
          <p:cNvPr id="66" name="taxonomy-title">
            <a:extLst xmlns:a="http://schemas.openxmlformats.org/drawingml/2006/main">
              <a:ext uri="{FF2B5EF4-FFF2-40B4-BE49-F238E27FC236}">
                <a16:creationId xmlns:a16="http://schemas.microsoft.com/office/drawing/2014/main" id="{BA2F3C7A-5ACB-4F8F-AD33-D97E3E5BE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90775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TAXONOMIA OFICIAL → COBERTURA DA PoV</a:t>
            </a:r>
          </a:p>
        </p:txBody>
      </p:sp>
      <p:sp>
        <p:nvSpPr>
          <p:cNvPr id="67" name="legend-implemented">
            <a:extLst xmlns:a="http://schemas.openxmlformats.org/drawingml/2006/main">
              <a:ext uri="{FF2B5EF4-FFF2-40B4-BE49-F238E27FC236}">
                <a16:creationId xmlns:a16="http://schemas.microsoft.com/office/drawing/2014/main" id="{97E9EBB5-1EF7-47C2-A7B5-7EA4DEF33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2381250"/>
            <a:ext cx="9334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84A"/>
          </a:solidFill>
          <a:ln xmlns:a="http://schemas.openxmlformats.org/drawingml/2006/main" w="9525">
            <a:solidFill>
              <a:srgbClr val="00ED64"/>
            </a:solidFill>
            <a:prstDash val="solid"/>
          </a:ln>
        </p:spPr>
      </p:sp>
      <p:sp>
        <p:nvSpPr>
          <p:cNvPr id="68" name="legend-implemented-text">
            <a:extLst xmlns:a="http://schemas.openxmlformats.org/drawingml/2006/main">
              <a:ext uri="{FF2B5EF4-FFF2-40B4-BE49-F238E27FC236}">
                <a16:creationId xmlns:a16="http://schemas.microsoft.com/office/drawing/2014/main" id="{72B68DB2-F569-4329-B1BE-8B7BFE1E4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2381250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53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653" b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● IMPLEMENTADO</a:t>
            </a:r>
          </a:p>
        </p:txBody>
      </p:sp>
      <p:sp>
        <p:nvSpPr>
          <p:cNvPr id="69" name="legend-partial">
            <a:extLst xmlns:a="http://schemas.openxmlformats.org/drawingml/2006/main">
              <a:ext uri="{FF2B5EF4-FFF2-40B4-BE49-F238E27FC236}">
                <a16:creationId xmlns:a16="http://schemas.microsoft.com/office/drawing/2014/main" id="{93938E8C-9C4F-421F-9AB7-4347588BD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381250"/>
            <a:ext cx="790575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3B59"/>
          </a:solidFill>
          <a:ln xmlns:a="http://schemas.openxmlformats.org/drawingml/2006/main" w="9525">
            <a:solidFill>
              <a:srgbClr val="006CFA"/>
            </a:solidFill>
            <a:prstDash val="solid"/>
          </a:ln>
        </p:spPr>
      </p:sp>
      <p:sp>
        <p:nvSpPr>
          <p:cNvPr id="70" name="legend-partial-text">
            <a:extLst xmlns:a="http://schemas.openxmlformats.org/drawingml/2006/main">
              <a:ext uri="{FF2B5EF4-FFF2-40B4-BE49-F238E27FC236}">
                <a16:creationId xmlns:a16="http://schemas.microsoft.com/office/drawing/2014/main" id="{C19EA938-150B-4BA8-B0C4-9566C3BF5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381250"/>
            <a:ext cx="7905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53" b="1">
                <a:solidFill>
                  <a:srgbClr val="BFD7FF"/>
                </a:solidFill>
                <a:latin typeface="Courier New"/>
                <a:ea typeface="Courier New"/>
                <a:cs typeface="Courier New"/>
              </a:defRPr>
            </a:pPr>
            <a:r>
              <a:rPr sz="653" b="1">
                <a:solidFill>
                  <a:srgbClr val="BFD7FF"/>
                </a:solidFill>
                <a:latin typeface="Courier New"/>
                <a:ea typeface="Courier New"/>
                <a:cs typeface="Courier New"/>
              </a:rPr>
              <a:t>◐ PARCIAL</a:t>
            </a:r>
          </a:p>
        </p:txBody>
      </p:sp>
      <p:sp>
        <p:nvSpPr>
          <p:cNvPr id="71" name="legend-next">
            <a:extLst xmlns:a="http://schemas.openxmlformats.org/drawingml/2006/main">
              <a:ext uri="{FF2B5EF4-FFF2-40B4-BE49-F238E27FC236}">
                <a16:creationId xmlns:a16="http://schemas.microsoft.com/office/drawing/2014/main" id="{2643D58B-2E83-4C74-99FF-DACE1A1BB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381250"/>
            <a:ext cx="8763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141D"/>
          </a:solidFill>
          <a:ln xmlns:a="http://schemas.openxmlformats.org/drawingml/2006/main" w="9525">
            <a:solidFill>
              <a:srgbClr val="58727C"/>
            </a:solidFill>
            <a:prstDash val="solid"/>
          </a:ln>
        </p:spPr>
      </p:sp>
      <p:sp>
        <p:nvSpPr>
          <p:cNvPr id="72" name="legend-next-text">
            <a:extLst xmlns:a="http://schemas.openxmlformats.org/drawingml/2006/main">
              <a:ext uri="{FF2B5EF4-FFF2-40B4-BE49-F238E27FC236}">
                <a16:creationId xmlns:a16="http://schemas.microsoft.com/office/drawing/2014/main" id="{A99540EA-63E2-441B-938D-B925A9137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38125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53" b="1">
                <a:solidFill>
                  <a:srgbClr val="A8BCC4"/>
                </a:solidFill>
                <a:latin typeface="Courier New"/>
                <a:ea typeface="Courier New"/>
                <a:cs typeface="Courier New"/>
              </a:defRPr>
            </a:pPr>
            <a:r>
              <a:rPr sz="653" b="1">
                <a:solidFill>
                  <a:srgbClr val="A8BCC4"/>
                </a:solidFill>
                <a:latin typeface="Courier New"/>
                <a:ea typeface="Courier New"/>
                <a:cs typeface="Courier New"/>
              </a:rPr>
              <a:t>○ EVOLUÇÃO</a:t>
            </a:r>
          </a:p>
        </p:txBody>
      </p:sp>
      <p:sp>
        <p:nvSpPr>
          <p:cNvPr id="73" name="stm-band">
            <a:extLst xmlns:a="http://schemas.openxmlformats.org/drawingml/2006/main">
              <a:ext uri="{FF2B5EF4-FFF2-40B4-BE49-F238E27FC236}">
                <a16:creationId xmlns:a16="http://schemas.microsoft.com/office/drawing/2014/main" id="{6DF01E28-AE9C-4584-9CF9-D3C78E392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33675"/>
            <a:ext cx="6191250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032633"/>
          </a:solidFill>
          <a:ln xmlns:a="http://schemas.openxmlformats.org/drawingml/2006/main" w="9525">
            <a:solidFill>
              <a:srgbClr val="24505C"/>
            </a:solidFill>
            <a:prstDash val="solid"/>
          </a:ln>
        </p:spPr>
      </p:sp>
      <p:sp>
        <p:nvSpPr>
          <p:cNvPr id="74" name="stm-label">
            <a:extLst xmlns:a="http://schemas.openxmlformats.org/drawingml/2006/main">
              <a:ext uri="{FF2B5EF4-FFF2-40B4-BE49-F238E27FC236}">
                <a16:creationId xmlns:a16="http://schemas.microsoft.com/office/drawing/2014/main" id="{70C13F8B-4E9D-4D04-A573-DB251F6AD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847975"/>
            <a:ext cx="58864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00ED64"/>
                </a:solidFill>
                <a:latin typeface="Courier New"/>
                <a:ea typeface="Courier New"/>
                <a:cs typeface="Courier New"/>
              </a:defRPr>
            </a:pPr>
            <a:r>
              <a:rPr sz="810" b="1">
                <a:solidFill>
                  <a:srgbClr val="00ED64"/>
                </a:solidFill>
                <a:latin typeface="Courier New"/>
                <a:ea typeface="Courier New"/>
                <a:cs typeface="Courier New"/>
              </a:rPr>
              <a:t>SHORT-TERM MEMORY  •  segundos a dias</a:t>
            </a:r>
          </a:p>
        </p:txBody>
      </p:sp>
      <p:sp>
        <p:nvSpPr>
          <p:cNvPr id="75" name="working-memory">
            <a:extLst xmlns:a="http://schemas.openxmlformats.org/drawingml/2006/main">
              <a:ext uri="{FF2B5EF4-FFF2-40B4-BE49-F238E27FC236}">
                <a16:creationId xmlns:a16="http://schemas.microsoft.com/office/drawing/2014/main" id="{599C3452-ED98-4433-834D-8D27B5028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114675"/>
            <a:ext cx="286702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63A33"/>
          </a:solidFill>
          <a:ln xmlns:a="http://schemas.openxmlformats.org/drawingml/2006/main" w="12383">
            <a:solidFill>
              <a:srgbClr val="00ED64"/>
            </a:solidFill>
            <a:prstDash val="solid"/>
          </a:ln>
        </p:spPr>
      </p:sp>
      <p:sp>
        <p:nvSpPr>
          <p:cNvPr id="76" name="working-memory-status">
            <a:extLst xmlns:a="http://schemas.openxmlformats.org/drawingml/2006/main">
              <a:ext uri="{FF2B5EF4-FFF2-40B4-BE49-F238E27FC236}">
                <a16:creationId xmlns:a16="http://schemas.microsoft.com/office/drawing/2014/main" id="{237D2290-9176-4906-BA8C-A8764CB72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209925"/>
            <a:ext cx="876300" cy="2000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84A"/>
          </a:solidFill>
          <a:ln xmlns:a="http://schemas.openxmlformats.org/drawingml/2006/main" w="9525">
            <a:solidFill>
              <a:srgbClr val="00ED64"/>
            </a:solidFill>
            <a:prstDash val="solid"/>
          </a:ln>
        </p:spPr>
      </p:sp>
      <p:sp>
        <p:nvSpPr>
          <p:cNvPr id="77" name="working-memory-status-text">
            <a:extLst xmlns:a="http://schemas.openxmlformats.org/drawingml/2006/main">
              <a:ext uri="{FF2B5EF4-FFF2-40B4-BE49-F238E27FC236}">
                <a16:creationId xmlns:a16="http://schemas.microsoft.com/office/drawing/2014/main" id="{1009B7DB-3C00-48BA-A351-10BB569FB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209925"/>
            <a:ext cx="8763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705" b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IMPLEMENTADO</a:t>
            </a:r>
          </a:p>
        </p:txBody>
      </p:sp>
      <p:sp>
        <p:nvSpPr>
          <p:cNvPr id="78" name="working-memory-title">
            <a:extLst xmlns:a="http://schemas.openxmlformats.org/drawingml/2006/main">
              <a:ext uri="{FF2B5EF4-FFF2-40B4-BE49-F238E27FC236}">
                <a16:creationId xmlns:a16="http://schemas.microsoft.com/office/drawing/2014/main" id="{3CBB4B99-DDF2-48BF-B12E-901C9AD49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476625"/>
            <a:ext cx="2638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Working Memory</a:t>
            </a:r>
          </a:p>
        </p:txBody>
      </p:sp>
      <p:sp>
        <p:nvSpPr>
          <p:cNvPr id="79" name="working-memory-collection">
            <a:extLst xmlns:a="http://schemas.openxmlformats.org/drawingml/2006/main">
              <a:ext uri="{FF2B5EF4-FFF2-40B4-BE49-F238E27FC236}">
                <a16:creationId xmlns:a16="http://schemas.microsoft.com/office/drawing/2014/main" id="{826FAE32-89C4-4BCC-BB4B-C3ABB14DA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686175"/>
            <a:ext cx="26384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0" b="1">
                <a:solidFill>
                  <a:srgbClr val="00ED64"/>
                </a:solidFill>
                <a:latin typeface="Courier New"/>
                <a:ea typeface="Courier New"/>
                <a:cs typeface="Courier New"/>
              </a:defRPr>
            </a:pPr>
            <a:r>
              <a:rPr sz="780" b="1">
                <a:solidFill>
                  <a:srgbClr val="00ED64"/>
                </a:solidFill>
                <a:latin typeface="Courier New"/>
                <a:ea typeface="Courier New"/>
                <a:cs typeface="Courier New"/>
              </a:rPr>
              <a:t>agent_sessions • recent context</a:t>
            </a:r>
          </a:p>
        </p:txBody>
      </p:sp>
      <p:sp>
        <p:nvSpPr>
          <p:cNvPr id="80" name="semantic-cache">
            <a:extLst xmlns:a="http://schemas.openxmlformats.org/drawingml/2006/main">
              <a:ext uri="{FF2B5EF4-FFF2-40B4-BE49-F238E27FC236}">
                <a16:creationId xmlns:a16="http://schemas.microsoft.com/office/drawing/2014/main" id="{71FEADE0-42BA-4FC9-9103-A6BF62654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114675"/>
            <a:ext cx="28765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63A33"/>
          </a:solidFill>
          <a:ln xmlns:a="http://schemas.openxmlformats.org/drawingml/2006/main" w="12383">
            <a:solidFill>
              <a:srgbClr val="00ED64"/>
            </a:solidFill>
            <a:prstDash val="solid"/>
          </a:ln>
        </p:spPr>
      </p:sp>
      <p:sp>
        <p:nvSpPr>
          <p:cNvPr id="81" name="semantic-cache-status">
            <a:extLst xmlns:a="http://schemas.openxmlformats.org/drawingml/2006/main">
              <a:ext uri="{FF2B5EF4-FFF2-40B4-BE49-F238E27FC236}">
                <a16:creationId xmlns:a16="http://schemas.microsoft.com/office/drawing/2014/main" id="{775BEB9F-7355-4BD5-A2CD-BC7BBD36F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209925"/>
            <a:ext cx="876300" cy="2000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84A"/>
          </a:solidFill>
          <a:ln xmlns:a="http://schemas.openxmlformats.org/drawingml/2006/main" w="9525">
            <a:solidFill>
              <a:srgbClr val="00ED64"/>
            </a:solidFill>
            <a:prstDash val="solid"/>
          </a:ln>
        </p:spPr>
      </p:sp>
      <p:sp>
        <p:nvSpPr>
          <p:cNvPr id="82" name="semantic-cache-status-text">
            <a:extLst xmlns:a="http://schemas.openxmlformats.org/drawingml/2006/main">
              <a:ext uri="{FF2B5EF4-FFF2-40B4-BE49-F238E27FC236}">
                <a16:creationId xmlns:a16="http://schemas.microsoft.com/office/drawing/2014/main" id="{C260FF62-6956-4976-8638-5FA2080B8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209925"/>
            <a:ext cx="8763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705" b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IMPLEMENTADO</a:t>
            </a:r>
          </a:p>
        </p:txBody>
      </p:sp>
      <p:sp>
        <p:nvSpPr>
          <p:cNvPr id="83" name="semantic-cache-title">
            <a:extLst xmlns:a="http://schemas.openxmlformats.org/drawingml/2006/main">
              <a:ext uri="{FF2B5EF4-FFF2-40B4-BE49-F238E27FC236}">
                <a16:creationId xmlns:a16="http://schemas.microsoft.com/office/drawing/2014/main" id="{1D4B66A9-F712-4942-A452-DDFCF0DB6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476625"/>
            <a:ext cx="2647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Semantic Cache</a:t>
            </a:r>
          </a:p>
        </p:txBody>
      </p:sp>
      <p:sp>
        <p:nvSpPr>
          <p:cNvPr id="84" name="semantic-cache-collection">
            <a:extLst xmlns:a="http://schemas.openxmlformats.org/drawingml/2006/main">
              <a:ext uri="{FF2B5EF4-FFF2-40B4-BE49-F238E27FC236}">
                <a16:creationId xmlns:a16="http://schemas.microsoft.com/office/drawing/2014/main" id="{E5555EA1-ED02-4D97-A9E2-F99CCDE3E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686175"/>
            <a:ext cx="2647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0" b="1">
                <a:solidFill>
                  <a:srgbClr val="00ED64"/>
                </a:solidFill>
                <a:latin typeface="Courier New"/>
                <a:ea typeface="Courier New"/>
                <a:cs typeface="Courier New"/>
              </a:defRPr>
            </a:pPr>
            <a:r>
              <a:rPr sz="780" b="1">
                <a:solidFill>
                  <a:srgbClr val="00ED64"/>
                </a:solidFill>
                <a:latin typeface="Courier New"/>
                <a:ea typeface="Courier New"/>
                <a:cs typeface="Courier New"/>
              </a:rPr>
              <a:t>semantic_cache • Voyage + VS</a:t>
            </a:r>
          </a:p>
        </p:txBody>
      </p:sp>
      <p:sp>
        <p:nvSpPr>
          <p:cNvPr id="85" name="ltm-band">
            <a:extLst xmlns:a="http://schemas.openxmlformats.org/drawingml/2006/main">
              <a:ext uri="{FF2B5EF4-FFF2-40B4-BE49-F238E27FC236}">
                <a16:creationId xmlns:a16="http://schemas.microsoft.com/office/drawing/2014/main" id="{B29EB010-609A-4C6D-8BFF-A1128EF32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105275"/>
            <a:ext cx="6191250" cy="1971675"/>
          </a:xfrm>
          <a:prstGeom xmlns:a="http://schemas.openxmlformats.org/drawingml/2006/main" prst="roundRect">
            <a:avLst>
              <a:gd name="adj" fmla="val 6763"/>
            </a:avLst>
          </a:prstGeom>
          <a:solidFill xmlns:a="http://schemas.openxmlformats.org/drawingml/2006/main">
            <a:srgbClr val="032633"/>
          </a:solidFill>
          <a:ln xmlns:a="http://schemas.openxmlformats.org/drawingml/2006/main" w="9525">
            <a:solidFill>
              <a:srgbClr val="24505C"/>
            </a:solidFill>
            <a:prstDash val="solid"/>
          </a:ln>
        </p:spPr>
      </p:sp>
      <p:sp>
        <p:nvSpPr>
          <p:cNvPr id="86" name="ltm-label">
            <a:extLst xmlns:a="http://schemas.openxmlformats.org/drawingml/2006/main">
              <a:ext uri="{FF2B5EF4-FFF2-40B4-BE49-F238E27FC236}">
                <a16:creationId xmlns:a16="http://schemas.microsoft.com/office/drawing/2014/main" id="{E9FEE55B-1877-4B7C-A0A5-D072B2938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219575"/>
            <a:ext cx="58864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00ED64"/>
                </a:solidFill>
                <a:latin typeface="Courier New"/>
                <a:ea typeface="Courier New"/>
                <a:cs typeface="Courier New"/>
              </a:defRPr>
            </a:pPr>
            <a:r>
              <a:rPr sz="810" b="1">
                <a:solidFill>
                  <a:srgbClr val="00ED64"/>
                </a:solidFill>
                <a:latin typeface="Courier New"/>
                <a:ea typeface="Courier New"/>
                <a:cs typeface="Courier New"/>
              </a:rPr>
              <a:t>LONG-TERM MEMORY  •  persistência e recuperação futura</a:t>
            </a:r>
          </a:p>
        </p:txBody>
      </p:sp>
      <p:sp>
        <p:nvSpPr>
          <p:cNvPr id="87" name="episodic-memory">
            <a:extLst xmlns:a="http://schemas.openxmlformats.org/drawingml/2006/main">
              <a:ext uri="{FF2B5EF4-FFF2-40B4-BE49-F238E27FC236}">
                <a16:creationId xmlns:a16="http://schemas.microsoft.com/office/drawing/2014/main" id="{5F5DB26D-3667-4C98-AB6B-C8B88F8C5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495800"/>
            <a:ext cx="1381125" cy="143827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062F44"/>
          </a:solidFill>
          <a:ln xmlns:a="http://schemas.openxmlformats.org/drawingml/2006/main" w="12383">
            <a:solidFill>
              <a:srgbClr val="006CFA"/>
            </a:solidFill>
            <a:prstDash val="solid"/>
          </a:ln>
        </p:spPr>
      </p:sp>
      <p:sp>
        <p:nvSpPr>
          <p:cNvPr id="88" name="episodic-memory-status">
            <a:extLst xmlns:a="http://schemas.openxmlformats.org/drawingml/2006/main">
              <a:ext uri="{FF2B5EF4-FFF2-40B4-BE49-F238E27FC236}">
                <a16:creationId xmlns:a16="http://schemas.microsoft.com/office/drawing/2014/main" id="{CA929E05-22DB-4953-A275-911DB28F6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591050"/>
            <a:ext cx="876300" cy="2000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3B59"/>
          </a:solidFill>
          <a:ln xmlns:a="http://schemas.openxmlformats.org/drawingml/2006/main" w="9525">
            <a:solidFill>
              <a:srgbClr val="006CFA"/>
            </a:solidFill>
            <a:prstDash val="solid"/>
          </a:ln>
        </p:spPr>
      </p:sp>
      <p:sp>
        <p:nvSpPr>
          <p:cNvPr id="89" name="episodic-memory-status-text">
            <a:extLst xmlns:a="http://schemas.openxmlformats.org/drawingml/2006/main">
              <a:ext uri="{FF2B5EF4-FFF2-40B4-BE49-F238E27FC236}">
                <a16:creationId xmlns:a16="http://schemas.microsoft.com/office/drawing/2014/main" id="{F7856DB1-F39C-4527-8A32-F2CB5B840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591050"/>
            <a:ext cx="8763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BFD7FF"/>
                </a:solidFill>
                <a:latin typeface="Courier New"/>
                <a:ea typeface="Courier New"/>
                <a:cs typeface="Courier New"/>
              </a:defRPr>
            </a:pPr>
            <a:r>
              <a:rPr sz="705" b="1">
                <a:solidFill>
                  <a:srgbClr val="BFD7FF"/>
                </a:solidFill>
                <a:latin typeface="Courier New"/>
                <a:ea typeface="Courier New"/>
                <a:cs typeface="Courier New"/>
              </a:rPr>
              <a:t>PARCIAL</a:t>
            </a:r>
          </a:p>
        </p:txBody>
      </p:sp>
      <p:sp>
        <p:nvSpPr>
          <p:cNvPr id="90" name="episodic-memory-title">
            <a:extLst xmlns:a="http://schemas.openxmlformats.org/drawingml/2006/main">
              <a:ext uri="{FF2B5EF4-FFF2-40B4-BE49-F238E27FC236}">
                <a16:creationId xmlns:a16="http://schemas.microsoft.com/office/drawing/2014/main" id="{0A076CAD-65F7-4340-9C4E-9B8FA2EC0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857750"/>
            <a:ext cx="11525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Episodic</a:t>
            </a:r>
          </a:p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Memory</a:t>
            </a:r>
          </a:p>
        </p:txBody>
      </p:sp>
      <p:sp>
        <p:nvSpPr>
          <p:cNvPr id="91" name="episodic-memory-collection">
            <a:extLst xmlns:a="http://schemas.openxmlformats.org/drawingml/2006/main">
              <a:ext uri="{FF2B5EF4-FFF2-40B4-BE49-F238E27FC236}">
                <a16:creationId xmlns:a16="http://schemas.microsoft.com/office/drawing/2014/main" id="{837D31AA-6A86-430F-BC6D-7C6060D7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105400"/>
            <a:ext cx="11525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E8F3F0"/>
                </a:solidFill>
                <a:latin typeface="Courier New"/>
                <a:ea typeface="Courier New"/>
                <a:cs typeface="Courier New"/>
              </a:defRPr>
            </a:pPr>
            <a:r>
              <a:rPr sz="810" b="1">
                <a:solidFill>
                  <a:srgbClr val="E8F3F0"/>
                </a:solidFill>
                <a:latin typeface="Courier New"/>
                <a:ea typeface="Courier New"/>
                <a:cs typeface="Courier New"/>
              </a:rPr>
              <a:t>agent_sessions</a:t>
            </a:r>
          </a:p>
        </p:txBody>
      </p:sp>
      <p:sp>
        <p:nvSpPr>
          <p:cNvPr id="92" name="episodic-memory-explanation">
            <a:extLst xmlns:a="http://schemas.openxmlformats.org/drawingml/2006/main">
              <a:ext uri="{FF2B5EF4-FFF2-40B4-BE49-F238E27FC236}">
                <a16:creationId xmlns:a16="http://schemas.microsoft.com/office/drawing/2014/main" id="{F4B88A63-5EE5-41AC-8214-DF78A0268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314950"/>
            <a:ext cx="11525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32" b="0">
                <a:solidFill>
                  <a:srgbClr val="A8BCC4"/>
                </a:solidFill>
                <a:latin typeface="Arial"/>
                <a:ea typeface="Arial"/>
                <a:cs typeface="Arial"/>
              </a:defRPr>
            </a:pPr>
            <a:r>
              <a:rPr sz="832" b="0">
                <a:solidFill>
                  <a:srgbClr val="A8BCC4"/>
                </a:solidFill>
                <a:latin typeface="Arial"/>
                <a:ea typeface="Arial"/>
                <a:cs typeface="Arial"/>
              </a:rPr>
              <a:t>Histórico conversacional existe; falta sumarização cross-session.</a:t>
            </a:r>
          </a:p>
        </p:txBody>
      </p:sp>
      <p:sp>
        <p:nvSpPr>
          <p:cNvPr id="93" name="semantic-memory">
            <a:extLst xmlns:a="http://schemas.openxmlformats.org/drawingml/2006/main">
              <a:ext uri="{FF2B5EF4-FFF2-40B4-BE49-F238E27FC236}">
                <a16:creationId xmlns:a16="http://schemas.microsoft.com/office/drawing/2014/main" id="{5C6BF4B6-1A03-4D1B-AF9A-B90049C73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4495800"/>
            <a:ext cx="1381125" cy="143827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063A33"/>
          </a:solidFill>
          <a:ln xmlns:a="http://schemas.openxmlformats.org/drawingml/2006/main" w="12383">
            <a:solidFill>
              <a:srgbClr val="00ED64"/>
            </a:solidFill>
            <a:prstDash val="solid"/>
          </a:ln>
        </p:spPr>
      </p:sp>
      <p:sp>
        <p:nvSpPr>
          <p:cNvPr id="94" name="semantic-memory-status">
            <a:extLst xmlns:a="http://schemas.openxmlformats.org/drawingml/2006/main">
              <a:ext uri="{FF2B5EF4-FFF2-40B4-BE49-F238E27FC236}">
                <a16:creationId xmlns:a16="http://schemas.microsoft.com/office/drawing/2014/main" id="{4D0C23AE-BC1E-465A-91B4-180946DEB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591050"/>
            <a:ext cx="876300" cy="2000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84A"/>
          </a:solidFill>
          <a:ln xmlns:a="http://schemas.openxmlformats.org/drawingml/2006/main" w="9525">
            <a:solidFill>
              <a:srgbClr val="00ED64"/>
            </a:solidFill>
            <a:prstDash val="solid"/>
          </a:ln>
        </p:spPr>
      </p:sp>
      <p:sp>
        <p:nvSpPr>
          <p:cNvPr id="95" name="semantic-memory-status-text">
            <a:extLst xmlns:a="http://schemas.openxmlformats.org/drawingml/2006/main">
              <a:ext uri="{FF2B5EF4-FFF2-40B4-BE49-F238E27FC236}">
                <a16:creationId xmlns:a16="http://schemas.microsoft.com/office/drawing/2014/main" id="{343B90DF-EB47-4927-B482-D37F0AA1E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591050"/>
            <a:ext cx="8763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705" b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IMPLEMENTADO</a:t>
            </a:r>
          </a:p>
        </p:txBody>
      </p:sp>
      <p:sp>
        <p:nvSpPr>
          <p:cNvPr id="96" name="semantic-memory-title">
            <a:extLst xmlns:a="http://schemas.openxmlformats.org/drawingml/2006/main">
              <a:ext uri="{FF2B5EF4-FFF2-40B4-BE49-F238E27FC236}">
                <a16:creationId xmlns:a16="http://schemas.microsoft.com/office/drawing/2014/main" id="{7ACEC2D6-CE3E-45FC-9B50-A6EB9ECF6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857750"/>
            <a:ext cx="11525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Semantic</a:t>
            </a:r>
          </a:p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Memory</a:t>
            </a:r>
          </a:p>
        </p:txBody>
      </p:sp>
      <p:sp>
        <p:nvSpPr>
          <p:cNvPr id="97" name="semantic-memory-collection">
            <a:extLst xmlns:a="http://schemas.openxmlformats.org/drawingml/2006/main">
              <a:ext uri="{FF2B5EF4-FFF2-40B4-BE49-F238E27FC236}">
                <a16:creationId xmlns:a16="http://schemas.microsoft.com/office/drawing/2014/main" id="{93BA7D3A-623B-4239-A260-268A7F51C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105400"/>
            <a:ext cx="11525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00ED64"/>
                </a:solidFill>
                <a:latin typeface="Courier New"/>
                <a:ea typeface="Courier New"/>
                <a:cs typeface="Courier New"/>
              </a:defRPr>
            </a:pPr>
            <a:r>
              <a:rPr sz="810" b="1">
                <a:solidFill>
                  <a:srgbClr val="00ED64"/>
                </a:solidFill>
                <a:latin typeface="Courier New"/>
                <a:ea typeface="Courier New"/>
                <a:cs typeface="Courier New"/>
              </a:rPr>
              <a:t>agent_memory</a:t>
            </a:r>
          </a:p>
        </p:txBody>
      </p:sp>
      <p:sp>
        <p:nvSpPr>
          <p:cNvPr id="98" name="semantic-memory-explanation">
            <a:extLst xmlns:a="http://schemas.openxmlformats.org/drawingml/2006/main">
              <a:ext uri="{FF2B5EF4-FFF2-40B4-BE49-F238E27FC236}">
                <a16:creationId xmlns:a16="http://schemas.microsoft.com/office/drawing/2014/main" id="{102C29C3-329C-4F12-8E59-DF3CD6EC4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314950"/>
            <a:ext cx="11525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32" b="0">
                <a:solidFill>
                  <a:srgbClr val="A8BCC4"/>
                </a:solidFill>
                <a:latin typeface="Arial"/>
                <a:ea typeface="Arial"/>
                <a:cs typeface="Arial"/>
              </a:defRPr>
            </a:pPr>
            <a:r>
              <a:rPr sz="832" b="0">
                <a:solidFill>
                  <a:srgbClr val="A8BCC4"/>
                </a:solidFill>
                <a:latin typeface="Arial"/>
                <a:ea typeface="Arial"/>
                <a:cs typeface="Arial"/>
              </a:rPr>
              <a:t>Fatos/entity + persona + catálogo como knowledge base.</a:t>
            </a:r>
          </a:p>
        </p:txBody>
      </p:sp>
      <p:sp>
        <p:nvSpPr>
          <p:cNvPr id="99" name="procedural-memory">
            <a:extLst xmlns:a="http://schemas.openxmlformats.org/drawingml/2006/main">
              <a:ext uri="{FF2B5EF4-FFF2-40B4-BE49-F238E27FC236}">
                <a16:creationId xmlns:a16="http://schemas.microsoft.com/office/drawing/2014/main" id="{B0A4E03F-7FFB-4B4A-82EA-F6F4CA8CF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95800"/>
            <a:ext cx="1381125" cy="143827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062F44"/>
          </a:solidFill>
          <a:ln xmlns:a="http://schemas.openxmlformats.org/drawingml/2006/main" w="12383">
            <a:solidFill>
              <a:srgbClr val="006CFA"/>
            </a:solidFill>
            <a:prstDash val="solid"/>
          </a:ln>
        </p:spPr>
      </p:sp>
      <p:sp>
        <p:nvSpPr>
          <p:cNvPr id="100" name="procedural-memory-status">
            <a:extLst xmlns:a="http://schemas.openxmlformats.org/drawingml/2006/main">
              <a:ext uri="{FF2B5EF4-FFF2-40B4-BE49-F238E27FC236}">
                <a16:creationId xmlns:a16="http://schemas.microsoft.com/office/drawing/2014/main" id="{D629087F-2DA2-44D6-B737-0081EE0AC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591050"/>
            <a:ext cx="876300" cy="2000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3B59"/>
          </a:solidFill>
          <a:ln xmlns:a="http://schemas.openxmlformats.org/drawingml/2006/main" w="9525">
            <a:solidFill>
              <a:srgbClr val="006CFA"/>
            </a:solidFill>
            <a:prstDash val="solid"/>
          </a:ln>
        </p:spPr>
      </p:sp>
      <p:sp>
        <p:nvSpPr>
          <p:cNvPr id="101" name="procedural-memory-status-text">
            <a:extLst xmlns:a="http://schemas.openxmlformats.org/drawingml/2006/main">
              <a:ext uri="{FF2B5EF4-FFF2-40B4-BE49-F238E27FC236}">
                <a16:creationId xmlns:a16="http://schemas.microsoft.com/office/drawing/2014/main" id="{DF85BC73-2A7A-435E-9414-69BB18CEB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591050"/>
            <a:ext cx="8763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BFD7FF"/>
                </a:solidFill>
                <a:latin typeface="Courier New"/>
                <a:ea typeface="Courier New"/>
                <a:cs typeface="Courier New"/>
              </a:defRPr>
            </a:pPr>
            <a:r>
              <a:rPr sz="705" b="1">
                <a:solidFill>
                  <a:srgbClr val="BFD7FF"/>
                </a:solidFill>
                <a:latin typeface="Courier New"/>
                <a:ea typeface="Courier New"/>
                <a:cs typeface="Courier New"/>
              </a:rPr>
              <a:t>PARCIAL</a:t>
            </a:r>
          </a:p>
        </p:txBody>
      </p:sp>
      <p:sp>
        <p:nvSpPr>
          <p:cNvPr id="102" name="procedural-memory-title">
            <a:extLst xmlns:a="http://schemas.openxmlformats.org/drawingml/2006/main">
              <a:ext uri="{FF2B5EF4-FFF2-40B4-BE49-F238E27FC236}">
                <a16:creationId xmlns:a16="http://schemas.microsoft.com/office/drawing/2014/main" id="{F3969BD8-071A-4968-9013-B2AE33292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857750"/>
            <a:ext cx="11525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Procedural</a:t>
            </a:r>
          </a:p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Memory</a:t>
            </a:r>
          </a:p>
        </p:txBody>
      </p:sp>
      <p:sp>
        <p:nvSpPr>
          <p:cNvPr id="103" name="procedural-memory-collection">
            <a:extLst xmlns:a="http://schemas.openxmlformats.org/drawingml/2006/main">
              <a:ext uri="{FF2B5EF4-FFF2-40B4-BE49-F238E27FC236}">
                <a16:creationId xmlns:a16="http://schemas.microsoft.com/office/drawing/2014/main" id="{F50AF244-B1CC-4D78-8A34-4D238AF56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105400"/>
            <a:ext cx="11525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E8F3F0"/>
                </a:solidFill>
                <a:latin typeface="Courier New"/>
                <a:ea typeface="Courier New"/>
                <a:cs typeface="Courier New"/>
              </a:defRPr>
            </a:pPr>
            <a:r>
              <a:rPr sz="810" b="1">
                <a:solidFill>
                  <a:srgbClr val="E8F3F0"/>
                </a:solidFill>
                <a:latin typeface="Courier New"/>
                <a:ea typeface="Courier New"/>
                <a:cs typeface="Courier New"/>
              </a:rPr>
              <a:t>policies + tools</a:t>
            </a:r>
          </a:p>
        </p:txBody>
      </p:sp>
      <p:sp>
        <p:nvSpPr>
          <p:cNvPr id="104" name="procedural-memory-explanation">
            <a:extLst xmlns:a="http://schemas.openxmlformats.org/drawingml/2006/main">
              <a:ext uri="{FF2B5EF4-FFF2-40B4-BE49-F238E27FC236}">
                <a16:creationId xmlns:a16="http://schemas.microsoft.com/office/drawing/2014/main" id="{4A36D25C-5A30-4065-888E-27585914F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314950"/>
            <a:ext cx="11525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32" b="0">
                <a:solidFill>
                  <a:srgbClr val="A8BCC4"/>
                </a:solidFill>
                <a:latin typeface="Arial"/>
                <a:ea typeface="Arial"/>
                <a:cs typeface="Arial"/>
              </a:defRPr>
            </a:pPr>
            <a:r>
              <a:rPr sz="832" b="0">
                <a:solidFill>
                  <a:srgbClr val="A8BCC4"/>
                </a:solidFill>
                <a:latin typeface="Arial"/>
                <a:ea typeface="Arial"/>
                <a:cs typeface="Arial"/>
              </a:rPr>
              <a:t>Regras existem; workflow/toolbox aprendido é próximo passo.</a:t>
            </a:r>
          </a:p>
        </p:txBody>
      </p:sp>
      <p:sp>
        <p:nvSpPr>
          <p:cNvPr id="105" name="associative-memory">
            <a:extLst xmlns:a="http://schemas.openxmlformats.org/drawingml/2006/main">
              <a:ext uri="{FF2B5EF4-FFF2-40B4-BE49-F238E27FC236}">
                <a16:creationId xmlns:a16="http://schemas.microsoft.com/office/drawing/2014/main" id="{E060A7C9-ADC8-44B1-880C-3322FCDCC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495800"/>
            <a:ext cx="1400175" cy="1438275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00141D"/>
          </a:solidFill>
          <a:ln xmlns:a="http://schemas.openxmlformats.org/drawingml/2006/main" w="12383">
            <a:solidFill>
              <a:srgbClr val="58727C"/>
            </a:solidFill>
            <a:prstDash val="dash"/>
          </a:ln>
        </p:spPr>
      </p:sp>
      <p:sp>
        <p:nvSpPr>
          <p:cNvPr id="106" name="associative-memory-status">
            <a:extLst xmlns:a="http://schemas.openxmlformats.org/drawingml/2006/main">
              <a:ext uri="{FF2B5EF4-FFF2-40B4-BE49-F238E27FC236}">
                <a16:creationId xmlns:a16="http://schemas.microsoft.com/office/drawing/2014/main" id="{9FC204AC-7739-4454-A870-0E168991E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591050"/>
            <a:ext cx="876300" cy="2000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141D"/>
          </a:solidFill>
          <a:ln xmlns:a="http://schemas.openxmlformats.org/drawingml/2006/main" w="9525">
            <a:solidFill>
              <a:srgbClr val="58727C"/>
            </a:solidFill>
            <a:prstDash val="solid"/>
          </a:ln>
        </p:spPr>
      </p:sp>
      <p:sp>
        <p:nvSpPr>
          <p:cNvPr id="107" name="associative-memory-status-text">
            <a:extLst xmlns:a="http://schemas.openxmlformats.org/drawingml/2006/main">
              <a:ext uri="{FF2B5EF4-FFF2-40B4-BE49-F238E27FC236}">
                <a16:creationId xmlns:a16="http://schemas.microsoft.com/office/drawing/2014/main" id="{F48ADA4C-BFA6-4FFA-9CC4-842C43B4F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591050"/>
            <a:ext cx="8763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A8BCC4"/>
                </a:solidFill>
                <a:latin typeface="Courier New"/>
                <a:ea typeface="Courier New"/>
                <a:cs typeface="Courier New"/>
              </a:defRPr>
            </a:pPr>
            <a:r>
              <a:rPr sz="705" b="1">
                <a:solidFill>
                  <a:srgbClr val="A8BCC4"/>
                </a:solidFill>
                <a:latin typeface="Courier New"/>
                <a:ea typeface="Courier New"/>
                <a:cs typeface="Courier New"/>
              </a:rPr>
              <a:t>EVOLUÇÃO</a:t>
            </a:r>
          </a:p>
        </p:txBody>
      </p:sp>
      <p:sp>
        <p:nvSpPr>
          <p:cNvPr id="108" name="associative-memory-title">
            <a:extLst xmlns:a="http://schemas.openxmlformats.org/drawingml/2006/main">
              <a:ext uri="{FF2B5EF4-FFF2-40B4-BE49-F238E27FC236}">
                <a16:creationId xmlns:a16="http://schemas.microsoft.com/office/drawing/2014/main" id="{02E1523A-0E6D-4203-964E-48B580CC2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857750"/>
            <a:ext cx="1171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Associative</a:t>
            </a:r>
          </a:p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Memory</a:t>
            </a:r>
          </a:p>
        </p:txBody>
      </p:sp>
      <p:sp>
        <p:nvSpPr>
          <p:cNvPr id="109" name="associative-memory-collection">
            <a:extLst xmlns:a="http://schemas.openxmlformats.org/drawingml/2006/main">
              <a:ext uri="{FF2B5EF4-FFF2-40B4-BE49-F238E27FC236}">
                <a16:creationId xmlns:a16="http://schemas.microsoft.com/office/drawing/2014/main" id="{E92D1FE7-3A6F-4FCF-B444-345496A9D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5105400"/>
            <a:ext cx="11715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E8F3F0"/>
                </a:solidFill>
                <a:latin typeface="Courier New"/>
                <a:ea typeface="Courier New"/>
                <a:cs typeface="Courier New"/>
              </a:defRPr>
            </a:pPr>
            <a:r>
              <a:rPr sz="810" b="1">
                <a:solidFill>
                  <a:srgbClr val="E8F3F0"/>
                </a:solidFill>
                <a:latin typeface="Courier New"/>
                <a:ea typeface="Courier New"/>
                <a:cs typeface="Courier New"/>
              </a:rPr>
              <a:t>relationships</a:t>
            </a:r>
          </a:p>
        </p:txBody>
      </p:sp>
      <p:sp>
        <p:nvSpPr>
          <p:cNvPr id="110" name="associative-memory-explanation">
            <a:extLst xmlns:a="http://schemas.openxmlformats.org/drawingml/2006/main">
              <a:ext uri="{FF2B5EF4-FFF2-40B4-BE49-F238E27FC236}">
                <a16:creationId xmlns:a16="http://schemas.microsoft.com/office/drawing/2014/main" id="{CBBF999C-132F-41BE-831F-DD60BFE3B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5314950"/>
            <a:ext cx="11715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32" b="0">
                <a:solidFill>
                  <a:srgbClr val="A8BCC4"/>
                </a:solidFill>
                <a:latin typeface="Arial"/>
                <a:ea typeface="Arial"/>
                <a:cs typeface="Arial"/>
              </a:defRPr>
            </a:pPr>
            <a:r>
              <a:rPr sz="832" b="0">
                <a:solidFill>
                  <a:srgbClr val="A8BCC4"/>
                </a:solidFill>
                <a:latin typeface="Arial"/>
                <a:ea typeface="Arial"/>
                <a:cs typeface="Arial"/>
              </a:rPr>
              <a:t>Travessia graph-like e multi-hop ainda não usada.</a:t>
            </a:r>
          </a:p>
        </p:txBody>
      </p:sp>
      <p:sp>
        <p:nvSpPr>
          <p:cNvPr id="111" name="shared-memory">
            <a:extLst xmlns:a="http://schemas.openxmlformats.org/drawingml/2006/main">
              <a:ext uri="{FF2B5EF4-FFF2-40B4-BE49-F238E27FC236}">
                <a16:creationId xmlns:a16="http://schemas.microsoft.com/office/drawing/2014/main" id="{1B74A3EF-3E82-4238-9D37-52759EA9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733675"/>
            <a:ext cx="1485900" cy="3343275"/>
          </a:xfrm>
          <a:prstGeom xmlns:a="http://schemas.openxmlformats.org/drawingml/2006/main" prst="roundRect">
            <a:avLst>
              <a:gd name="adj" fmla="val 8974"/>
            </a:avLst>
          </a:prstGeom>
          <a:solidFill xmlns:a="http://schemas.openxmlformats.org/drawingml/2006/main">
            <a:srgbClr val="082F3B"/>
          </a:solidFill>
          <a:ln xmlns:a="http://schemas.openxmlformats.org/drawingml/2006/main" w="11430">
            <a:solidFill>
              <a:srgbClr val="B1FF05"/>
            </a:solidFill>
            <a:prstDash val="solid"/>
          </a:ln>
        </p:spPr>
      </p:sp>
      <p:sp>
        <p:nvSpPr>
          <p:cNvPr id="112" name="shared-status">
            <a:extLst xmlns:a="http://schemas.openxmlformats.org/drawingml/2006/main">
              <a:ext uri="{FF2B5EF4-FFF2-40B4-BE49-F238E27FC236}">
                <a16:creationId xmlns:a16="http://schemas.microsoft.com/office/drawing/2014/main" id="{0A624F00-0F81-4E05-AF3B-6CC07BA91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867025"/>
            <a:ext cx="1066800" cy="2000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384A"/>
          </a:solidFill>
          <a:ln xmlns:a="http://schemas.openxmlformats.org/drawingml/2006/main" w="9525">
            <a:solidFill>
              <a:srgbClr val="B1FF05"/>
            </a:solidFill>
            <a:prstDash val="solid"/>
          </a:ln>
        </p:spPr>
      </p:sp>
      <p:sp>
        <p:nvSpPr>
          <p:cNvPr id="113" name="shared-status-text">
            <a:extLst xmlns:a="http://schemas.openxmlformats.org/drawingml/2006/main">
              <a:ext uri="{FF2B5EF4-FFF2-40B4-BE49-F238E27FC236}">
                <a16:creationId xmlns:a16="http://schemas.microsoft.com/office/drawing/2014/main" id="{E541BDE5-B336-47FC-9D3E-145E055C4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867025"/>
            <a:ext cx="10668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B1FF05"/>
                </a:solidFill>
                <a:latin typeface="Courier New"/>
                <a:ea typeface="Courier New"/>
                <a:cs typeface="Courier New"/>
              </a:defRPr>
            </a:pPr>
            <a:r>
              <a:rPr sz="705" b="1">
                <a:solidFill>
                  <a:srgbClr val="B1FF05"/>
                </a:solidFill>
                <a:latin typeface="Courier New"/>
                <a:ea typeface="Courier New"/>
                <a:cs typeface="Courier New"/>
              </a:rPr>
              <a:t>ARQ. PRONTA</a:t>
            </a:r>
          </a:p>
        </p:txBody>
      </p:sp>
      <p:sp>
        <p:nvSpPr>
          <p:cNvPr id="114" name="shared-title">
            <a:extLst xmlns:a="http://schemas.openxmlformats.org/drawingml/2006/main">
              <a:ext uri="{FF2B5EF4-FFF2-40B4-BE49-F238E27FC236}">
                <a16:creationId xmlns:a16="http://schemas.microsoft.com/office/drawing/2014/main" id="{9EC20CDC-3303-4614-926C-B53DA63F3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238500"/>
            <a:ext cx="1181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826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725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Shared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725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Memory</a:t>
            </a:r>
          </a:p>
        </p:txBody>
      </p:sp>
      <p:sp>
        <p:nvSpPr>
          <p:cNvPr id="115" name="shared-body">
            <a:extLst xmlns:a="http://schemas.openxmlformats.org/drawingml/2006/main">
              <a:ext uri="{FF2B5EF4-FFF2-40B4-BE49-F238E27FC236}">
                <a16:creationId xmlns:a16="http://schemas.microsoft.com/office/drawing/2014/main" id="{C8557C82-6F1A-474F-A1B9-6A0110652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857625"/>
            <a:ext cx="1181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A8BCC4"/>
                </a:solidFill>
                <a:latin typeface="Arial"/>
                <a:ea typeface="Arial"/>
                <a:cs typeface="Arial"/>
              </a:defRPr>
            </a:pPr>
            <a:r>
              <a:rPr sz="953" b="0">
                <a:solidFill>
                  <a:srgbClr val="A8BCC4"/>
                </a:solidFill>
                <a:latin typeface="Arial"/>
                <a:ea typeface="Arial"/>
                <a:cs typeface="Arial"/>
              </a:rPr>
              <a:t>Espaço comum para múltiplos agentes coordenarem planos, descobertas e estado.</a:t>
            </a:r>
          </a:p>
        </p:txBody>
      </p:sp>
      <p:sp>
        <p:nvSpPr>
          <p:cNvPr id="116" name="shared-rule">
            <a:extLst xmlns:a="http://schemas.openxmlformats.org/drawingml/2006/main">
              <a:ext uri="{FF2B5EF4-FFF2-40B4-BE49-F238E27FC236}">
                <a16:creationId xmlns:a16="http://schemas.microsoft.com/office/drawing/2014/main" id="{2C894B9D-38B4-4928-B8AA-62682FBA9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067300"/>
            <a:ext cx="118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05C"/>
          </a:solidFill>
          <a:ln xmlns:a="http://schemas.openxmlformats.org/drawingml/2006/main" w="0">
            <a:solidFill>
              <a:srgbClr val="24505C"/>
            </a:solidFill>
            <a:prstDash val="solid"/>
          </a:ln>
        </p:spPr>
      </p:sp>
      <p:sp>
        <p:nvSpPr>
          <p:cNvPr id="117" name="shared-note">
            <a:extLst xmlns:a="http://schemas.openxmlformats.org/drawingml/2006/main">
              <a:ext uri="{FF2B5EF4-FFF2-40B4-BE49-F238E27FC236}">
                <a16:creationId xmlns:a16="http://schemas.microsoft.com/office/drawing/2014/main" id="{F9ABBC45-877D-421C-ADC6-57BCE5315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219700"/>
            <a:ext cx="1181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70" b="1">
                <a:solidFill>
                  <a:srgbClr val="B1FF05"/>
                </a:solidFill>
                <a:latin typeface="Arial"/>
                <a:ea typeface="Arial"/>
                <a:cs typeface="Arial"/>
              </a:defRPr>
            </a:pPr>
            <a:r>
              <a:rPr sz="870" b="1">
                <a:solidFill>
                  <a:srgbClr val="B1FF05"/>
                </a:solidFill>
                <a:latin typeface="Arial"/>
                <a:ea typeface="Arial"/>
                <a:cs typeface="Arial"/>
              </a:rPr>
              <a:t>Atlas compartilhado está pronto; a PoV atual executa um agente.</a:t>
            </a:r>
          </a:p>
        </p:txBody>
      </p:sp>
      <p:sp>
        <p:nvSpPr>
          <p:cNvPr id="118" name="db-map">
            <a:extLst xmlns:a="http://schemas.openxmlformats.org/drawingml/2006/main">
              <a:ext uri="{FF2B5EF4-FFF2-40B4-BE49-F238E27FC236}">
                <a16:creationId xmlns:a16="http://schemas.microsoft.com/office/drawing/2014/main" id="{32B01C22-94FC-44D6-91F0-CD3BA65C8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210300"/>
            <a:ext cx="78105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0141D"/>
          </a:solidFill>
          <a:ln xmlns:a="http://schemas.openxmlformats.org/drawingml/2006/main" w="10478">
            <a:solidFill>
              <a:srgbClr val="24505C"/>
            </a:solidFill>
            <a:prstDash val="solid"/>
          </a:ln>
        </p:spPr>
      </p:sp>
      <p:sp>
        <p:nvSpPr>
          <p:cNvPr id="119" name="db-map-kicker">
            <a:extLst xmlns:a="http://schemas.openxmlformats.org/drawingml/2006/main">
              <a:ext uri="{FF2B5EF4-FFF2-40B4-BE49-F238E27FC236}">
                <a16:creationId xmlns:a16="http://schemas.microsoft.com/office/drawing/2014/main" id="{59BD751C-09F7-40A8-838A-1963F014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6324600"/>
            <a:ext cx="2000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0ED64"/>
                </a:solidFill>
                <a:latin typeface="Courier New"/>
                <a:ea typeface="Courier New"/>
                <a:cs typeface="Courier New"/>
              </a:defRPr>
            </a:pPr>
            <a:r>
              <a:rPr sz="713" b="1">
                <a:solidFill>
                  <a:srgbClr val="00ED64"/>
                </a:solidFill>
                <a:latin typeface="Courier New"/>
                <a:ea typeface="Courier New"/>
                <a:cs typeface="Courier New"/>
              </a:rPr>
              <a:t>DATABASES + COLLECTIONS</a:t>
            </a:r>
          </a:p>
        </p:txBody>
      </p:sp>
      <p:sp>
        <p:nvSpPr>
          <p:cNvPr id="120" name="db-map-ai">
            <a:extLst xmlns:a="http://schemas.openxmlformats.org/drawingml/2006/main">
              <a:ext uri="{FF2B5EF4-FFF2-40B4-BE49-F238E27FC236}">
                <a16:creationId xmlns:a16="http://schemas.microsoft.com/office/drawing/2014/main" id="{DAC56A8A-7086-4E5A-A08E-BCB2A48E1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6543675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13" b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ai_brain</a:t>
            </a:r>
          </a:p>
        </p:txBody>
      </p:sp>
      <p:sp>
        <p:nvSpPr>
          <p:cNvPr id="121" name="db-map-ai-body">
            <a:extLst xmlns:a="http://schemas.openxmlformats.org/drawingml/2006/main">
              <a:ext uri="{FF2B5EF4-FFF2-40B4-BE49-F238E27FC236}">
                <a16:creationId xmlns:a16="http://schemas.microsoft.com/office/drawing/2014/main" id="{CED6C5FD-71EA-4303-A765-DB5CEC514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6543675"/>
            <a:ext cx="404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A8BCC4"/>
                </a:solidFill>
                <a:latin typeface="Courier New"/>
                <a:ea typeface="Courier New"/>
                <a:cs typeface="Courier New"/>
              </a:defRPr>
            </a:pPr>
            <a:r>
              <a:rPr sz="803" b="0">
                <a:solidFill>
                  <a:srgbClr val="A8BCC4"/>
                </a:solidFill>
                <a:latin typeface="Courier New"/>
                <a:ea typeface="Courier New"/>
                <a:cs typeface="Courier New"/>
              </a:rPr>
              <a:t>area_profiles • policies • prompts • model</a:t>
            </a:r>
          </a:p>
        </p:txBody>
      </p:sp>
      <p:sp>
        <p:nvSpPr>
          <p:cNvPr id="122" name="db-map-poc">
            <a:extLst xmlns:a="http://schemas.openxmlformats.org/drawingml/2006/main">
              <a:ext uri="{FF2B5EF4-FFF2-40B4-BE49-F238E27FC236}">
                <a16:creationId xmlns:a16="http://schemas.microsoft.com/office/drawing/2014/main" id="{B718AA90-02B4-4204-81B7-2AB0C8CAE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6772275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13" b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POC</a:t>
            </a:r>
          </a:p>
        </p:txBody>
      </p:sp>
      <p:sp>
        <p:nvSpPr>
          <p:cNvPr id="123" name="db-map-poc-body">
            <a:extLst xmlns:a="http://schemas.openxmlformats.org/drawingml/2006/main">
              <a:ext uri="{FF2B5EF4-FFF2-40B4-BE49-F238E27FC236}">
                <a16:creationId xmlns:a16="http://schemas.microsoft.com/office/drawing/2014/main" id="{5513ABD3-F878-49C1-8969-53ADB99A2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6772275"/>
            <a:ext cx="433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A8BCC4"/>
                </a:solidFill>
                <a:latin typeface="Courier New"/>
                <a:ea typeface="Courier New"/>
                <a:cs typeface="Courier New"/>
              </a:defRPr>
            </a:pPr>
            <a:r>
              <a:rPr sz="780" b="0">
                <a:solidFill>
                  <a:srgbClr val="A8BCC4"/>
                </a:solidFill>
                <a:latin typeface="Courier New"/>
                <a:ea typeface="Courier New"/>
                <a:cs typeface="Courier New"/>
              </a:rPr>
              <a:t>sessions • cache • memory • catalog • orders • traces</a:t>
            </a:r>
          </a:p>
        </p:txBody>
      </p:sp>
      <p:sp>
        <p:nvSpPr>
          <p:cNvPr id="124" name="db-map-split">
            <a:extLst xmlns:a="http://schemas.openxmlformats.org/drawingml/2006/main">
              <a:ext uri="{FF2B5EF4-FFF2-40B4-BE49-F238E27FC236}">
                <a16:creationId xmlns:a16="http://schemas.microsoft.com/office/drawing/2014/main" id="{CD9B4C62-AFC1-4E38-93C5-7363F7C0C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32460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05C"/>
          </a:solidFill>
          <a:ln xmlns:a="http://schemas.openxmlformats.org/drawingml/2006/main" w="0">
            <a:solidFill>
              <a:srgbClr val="24505C"/>
            </a:solidFill>
            <a:prstDash val="solid"/>
          </a:ln>
        </p:spPr>
      </p:sp>
      <p:sp>
        <p:nvSpPr>
          <p:cNvPr id="125" name="db-map-keys">
            <a:extLst xmlns:a="http://schemas.openxmlformats.org/drawingml/2006/main">
              <a:ext uri="{FF2B5EF4-FFF2-40B4-BE49-F238E27FC236}">
                <a16:creationId xmlns:a16="http://schemas.microsoft.com/office/drawing/2014/main" id="{4C00BE39-380B-4E57-8E7A-69D259B57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6429375"/>
            <a:ext cx="2266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00ED64"/>
                </a:solidFill>
                <a:latin typeface="Courier New"/>
                <a:ea typeface="Courier New"/>
                <a:cs typeface="Courier New"/>
              </a:defRPr>
            </a:pPr>
            <a:r>
              <a:rPr sz="765" b="1">
                <a:solidFill>
                  <a:srgbClr val="00ED64"/>
                </a:solidFill>
                <a:latin typeface="Courier New"/>
                <a:ea typeface="Courier New"/>
                <a:cs typeface="Courier New"/>
              </a:rPr>
              <a:t>user_key → working + semantic</a:t>
            </a:r>
          </a:p>
          <a:p xmlns:a="http://schemas.openxmlformats.org/drawingml/2006/main">
            <a:pPr algn="l">
              <a:defRPr sz="765" b="1">
                <a:solidFill>
                  <a:srgbClr val="00ED64"/>
                </a:solidFill>
                <a:latin typeface="Courier New"/>
                <a:ea typeface="Courier New"/>
                <a:cs typeface="Courier New"/>
              </a:defRPr>
            </a:pPr>
            <a:r>
              <a:rPr sz="765" b="1">
                <a:solidFill>
                  <a:srgbClr val="00ED64"/>
                </a:solidFill>
                <a:latin typeface="Courier New"/>
                <a:ea typeface="Courier New"/>
                <a:cs typeface="Courier New"/>
              </a:rPr>
              <a:t>area → persona + policy + cache</a:t>
            </a:r>
          </a:p>
        </p:txBody>
      </p:sp>
      <p:sp>
        <p:nvSpPr>
          <p:cNvPr id="126" name="tech-eyebrow">
            <a:extLst xmlns:a="http://schemas.openxmlformats.org/drawingml/2006/main">
              <a:ext uri="{FF2B5EF4-FFF2-40B4-BE49-F238E27FC236}">
                <a16:creationId xmlns:a16="http://schemas.microsoft.com/office/drawing/2014/main" id="{02358717-FD7E-4248-82B8-BCDD773FC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24003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B1FF05"/>
                </a:solidFill>
                <a:latin typeface="Courier New"/>
                <a:ea typeface="Courier New"/>
                <a:cs typeface="Courier New"/>
              </a:defRPr>
            </a:pPr>
            <a:r>
              <a:rPr sz="863" b="1">
                <a:solidFill>
                  <a:srgbClr val="B1FF05"/>
                </a:solidFill>
                <a:latin typeface="Courier New"/>
                <a:ea typeface="Courier New"/>
                <a:cs typeface="Courier New"/>
              </a:rPr>
              <a:t>O PAPEL DA PLATAFORMA</a:t>
            </a:r>
          </a:p>
        </p:txBody>
      </p:sp>
      <p:sp>
        <p:nvSpPr>
          <p:cNvPr id="127" name="tech-title">
            <a:extLst xmlns:a="http://schemas.openxmlformats.org/drawingml/2006/main">
              <a:ext uri="{FF2B5EF4-FFF2-40B4-BE49-F238E27FC236}">
                <a16:creationId xmlns:a16="http://schemas.microsoft.com/office/drawing/2014/main" id="{332A6D2D-74EF-46AE-9F93-8E24DA803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26670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875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Uma plataforma,</a:t>
            </a:r>
          </a:p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875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múltiplas recuperações.</a:t>
            </a:r>
          </a:p>
        </p:txBody>
      </p:sp>
      <p:sp>
        <p:nvSpPr>
          <p:cNvPr id="128" name="tech-doc-icon">
            <a:extLst xmlns:a="http://schemas.openxmlformats.org/drawingml/2006/main">
              <a:ext uri="{FF2B5EF4-FFF2-40B4-BE49-F238E27FC236}">
                <a16:creationId xmlns:a16="http://schemas.microsoft.com/office/drawing/2014/main" id="{9D7E44C8-E974-4D04-A6A3-8EF94F52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0" y="3352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3441"/>
          </a:solidFill>
          <a:ln xmlns:a="http://schemas.openxmlformats.org/drawingml/2006/main" w="9525">
            <a:solidFill>
              <a:srgbClr val="24505C"/>
            </a:solidFill>
            <a:prstDash val="solid"/>
          </a:ln>
        </p:spPr>
      </p:sp>
      <p:sp>
        <p:nvSpPr>
          <p:cNvPr id="129" name="tech-doc-code">
            <a:extLst xmlns:a="http://schemas.openxmlformats.org/drawingml/2006/main">
              <a:ext uri="{FF2B5EF4-FFF2-40B4-BE49-F238E27FC236}">
                <a16:creationId xmlns:a16="http://schemas.microsoft.com/office/drawing/2014/main" id="{3EC02CC9-8C81-41BD-9A4E-AA19635CC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0" y="3352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00ED64"/>
                </a:solidFill>
                <a:latin typeface="Courier New"/>
                <a:ea typeface="Courier New"/>
                <a:cs typeface="Courier New"/>
              </a:defRPr>
            </a:pPr>
            <a:r>
              <a:rPr sz="938" b="1">
                <a:solidFill>
                  <a:srgbClr val="00ED64"/>
                </a:solidFill>
                <a:latin typeface="Courier New"/>
                <a:ea typeface="Courier New"/>
                <a:cs typeface="Courier New"/>
              </a:rPr>
              <a:t>DB</a:t>
            </a:r>
          </a:p>
        </p:txBody>
      </p:sp>
      <p:sp>
        <p:nvSpPr>
          <p:cNvPr id="130" name="tech-doc-title">
            <a:extLst xmlns:a="http://schemas.openxmlformats.org/drawingml/2006/main">
              <a:ext uri="{FF2B5EF4-FFF2-40B4-BE49-F238E27FC236}">
                <a16:creationId xmlns:a16="http://schemas.microsoft.com/office/drawing/2014/main" id="{AB007E45-ADE8-49A5-8685-B145E7F89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3343275"/>
            <a:ext cx="21431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Document Model</a:t>
            </a:r>
          </a:p>
        </p:txBody>
      </p:sp>
      <p:sp>
        <p:nvSpPr>
          <p:cNvPr id="131" name="tech-doc-body">
            <a:extLst xmlns:a="http://schemas.openxmlformats.org/drawingml/2006/main">
              <a:ext uri="{FF2B5EF4-FFF2-40B4-BE49-F238E27FC236}">
                <a16:creationId xmlns:a16="http://schemas.microsoft.com/office/drawing/2014/main" id="{0A95E642-07C1-4A57-BEC2-E60BD9719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3562350"/>
            <a:ext cx="2143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A8BCC4"/>
                </a:solidFill>
                <a:latin typeface="Arial"/>
                <a:ea typeface="Arial"/>
                <a:cs typeface="Arial"/>
              </a:defRPr>
            </a:pPr>
            <a:r>
              <a:rPr sz="915" b="0">
                <a:solidFill>
                  <a:srgbClr val="A8BCC4"/>
                </a:solidFill>
                <a:latin typeface="Arial"/>
                <a:ea typeface="Arial"/>
                <a:cs typeface="Arial"/>
              </a:rPr>
              <a:t>Memory units + metadata, lifecycle e evolução de schema.</a:t>
            </a:r>
          </a:p>
        </p:txBody>
      </p:sp>
      <p:sp>
        <p:nvSpPr>
          <p:cNvPr id="132" name="tech-doc-line">
            <a:extLst xmlns:a="http://schemas.openxmlformats.org/drawingml/2006/main">
              <a:ext uri="{FF2B5EF4-FFF2-40B4-BE49-F238E27FC236}">
                <a16:creationId xmlns:a16="http://schemas.microsoft.com/office/drawing/2014/main" id="{83EDAB13-5575-4C45-9DCD-9267E7A7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0" y="3943350"/>
            <a:ext cx="27336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E49"/>
          </a:solidFill>
          <a:ln xmlns:a="http://schemas.openxmlformats.org/drawingml/2006/main" w="0">
            <a:solidFill>
              <a:srgbClr val="163E49"/>
            </a:solidFill>
            <a:prstDash val="solid"/>
          </a:ln>
        </p:spPr>
      </p:sp>
      <p:sp>
        <p:nvSpPr>
          <p:cNvPr id="133" name="tech-voyage-icon">
            <a:extLst xmlns:a="http://schemas.openxmlformats.org/drawingml/2006/main">
              <a:ext uri="{FF2B5EF4-FFF2-40B4-BE49-F238E27FC236}">
                <a16:creationId xmlns:a16="http://schemas.microsoft.com/office/drawing/2014/main" id="{A4310C17-5F61-413B-ACB8-3D5D4D8F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0" y="40290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3441"/>
          </a:solidFill>
          <a:ln xmlns:a="http://schemas.openxmlformats.org/drawingml/2006/main" w="9525">
            <a:solidFill>
              <a:srgbClr val="24505C"/>
            </a:solidFill>
            <a:prstDash val="solid"/>
          </a:ln>
        </p:spPr>
      </p:sp>
      <p:sp>
        <p:nvSpPr>
          <p:cNvPr id="134" name="tech-voyage-code">
            <a:extLst xmlns:a="http://schemas.openxmlformats.org/drawingml/2006/main">
              <a:ext uri="{FF2B5EF4-FFF2-40B4-BE49-F238E27FC236}">
                <a16:creationId xmlns:a16="http://schemas.microsoft.com/office/drawing/2014/main" id="{15B3F89C-FC31-427B-A094-0E9808605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0" y="40290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00ED64"/>
                </a:solidFill>
                <a:latin typeface="Courier New"/>
                <a:ea typeface="Courier New"/>
                <a:cs typeface="Courier New"/>
              </a:defRPr>
            </a:pPr>
            <a:r>
              <a:rPr sz="938" b="1">
                <a:solidFill>
                  <a:srgbClr val="00ED64"/>
                </a:solidFill>
                <a:latin typeface="Courier New"/>
                <a:ea typeface="Courier New"/>
                <a:cs typeface="Courier New"/>
              </a:rPr>
              <a:t>V4</a:t>
            </a:r>
          </a:p>
        </p:txBody>
      </p:sp>
      <p:sp>
        <p:nvSpPr>
          <p:cNvPr id="135" name="tech-voyage-title">
            <a:extLst xmlns:a="http://schemas.openxmlformats.org/drawingml/2006/main">
              <a:ext uri="{FF2B5EF4-FFF2-40B4-BE49-F238E27FC236}">
                <a16:creationId xmlns:a16="http://schemas.microsoft.com/office/drawing/2014/main" id="{CAFE15C0-B4B5-4814-87DB-BF12B2E68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4019550"/>
            <a:ext cx="21431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Voyage AI autoEmbed</a:t>
            </a:r>
          </a:p>
        </p:txBody>
      </p:sp>
      <p:sp>
        <p:nvSpPr>
          <p:cNvPr id="136" name="tech-voyage-body">
            <a:extLst xmlns:a="http://schemas.openxmlformats.org/drawingml/2006/main">
              <a:ext uri="{FF2B5EF4-FFF2-40B4-BE49-F238E27FC236}">
                <a16:creationId xmlns:a16="http://schemas.microsoft.com/office/drawing/2014/main" id="{28152D06-059A-435C-B48C-16870A543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4238625"/>
            <a:ext cx="2143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A8BCC4"/>
                </a:solidFill>
                <a:latin typeface="Arial"/>
                <a:ea typeface="Arial"/>
                <a:cs typeface="Arial"/>
              </a:defRPr>
            </a:pPr>
            <a:r>
              <a:rPr sz="915" b="0">
                <a:solidFill>
                  <a:srgbClr val="A8BCC4"/>
                </a:solidFill>
                <a:latin typeface="Arial"/>
                <a:ea typeface="Arial"/>
                <a:cs typeface="Arial"/>
              </a:rPr>
              <a:t>Embeddings gerenciados para conteúdo e consulta.</a:t>
            </a:r>
          </a:p>
        </p:txBody>
      </p:sp>
      <p:sp>
        <p:nvSpPr>
          <p:cNvPr id="137" name="tech-voyage-line">
            <a:extLst xmlns:a="http://schemas.openxmlformats.org/drawingml/2006/main">
              <a:ext uri="{FF2B5EF4-FFF2-40B4-BE49-F238E27FC236}">
                <a16:creationId xmlns:a16="http://schemas.microsoft.com/office/drawing/2014/main" id="{FCC304B4-4E8D-42EC-8FAB-20302368F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0" y="4619625"/>
            <a:ext cx="27336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E49"/>
          </a:solidFill>
          <a:ln xmlns:a="http://schemas.openxmlformats.org/drawingml/2006/main" w="0">
            <a:solidFill>
              <a:srgbClr val="163E49"/>
            </a:solidFill>
            <a:prstDash val="solid"/>
          </a:ln>
        </p:spPr>
      </p:sp>
      <p:sp>
        <p:nvSpPr>
          <p:cNvPr id="138" name="tech-vector-icon">
            <a:extLst xmlns:a="http://schemas.openxmlformats.org/drawingml/2006/main">
              <a:ext uri="{FF2B5EF4-FFF2-40B4-BE49-F238E27FC236}">
                <a16:creationId xmlns:a16="http://schemas.microsoft.com/office/drawing/2014/main" id="{37FFD191-D1BC-41B8-AE83-917C5B987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0" y="47053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3441"/>
          </a:solidFill>
          <a:ln xmlns:a="http://schemas.openxmlformats.org/drawingml/2006/main" w="9525">
            <a:solidFill>
              <a:srgbClr val="24505C"/>
            </a:solidFill>
            <a:prstDash val="solid"/>
          </a:ln>
        </p:spPr>
      </p:sp>
      <p:sp>
        <p:nvSpPr>
          <p:cNvPr id="139" name="tech-vector-code">
            <a:extLst xmlns:a="http://schemas.openxmlformats.org/drawingml/2006/main">
              <a:ext uri="{FF2B5EF4-FFF2-40B4-BE49-F238E27FC236}">
                <a16:creationId xmlns:a16="http://schemas.microsoft.com/office/drawing/2014/main" id="{9EA5E2A3-07AB-47C0-A90E-4BB12C201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0" y="47053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00ED64"/>
                </a:solidFill>
                <a:latin typeface="Courier New"/>
                <a:ea typeface="Courier New"/>
                <a:cs typeface="Courier New"/>
              </a:defRPr>
            </a:pPr>
            <a:r>
              <a:rPr sz="938" b="1">
                <a:solidFill>
                  <a:srgbClr val="00ED64"/>
                </a:solidFill>
                <a:latin typeface="Courier New"/>
                <a:ea typeface="Courier New"/>
                <a:cs typeface="Courier New"/>
              </a:rPr>
              <a:t>VS</a:t>
            </a:r>
          </a:p>
        </p:txBody>
      </p:sp>
      <p:sp>
        <p:nvSpPr>
          <p:cNvPr id="140" name="tech-vector-title">
            <a:extLst xmlns:a="http://schemas.openxmlformats.org/drawingml/2006/main">
              <a:ext uri="{FF2B5EF4-FFF2-40B4-BE49-F238E27FC236}">
                <a16:creationId xmlns:a16="http://schemas.microsoft.com/office/drawing/2014/main" id="{81A1DBD5-0EC2-4D90-A1E3-5999D53E2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4695825"/>
            <a:ext cx="21431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Atlas Vector Search</a:t>
            </a:r>
          </a:p>
        </p:txBody>
      </p:sp>
      <p:sp>
        <p:nvSpPr>
          <p:cNvPr id="141" name="tech-vector-body">
            <a:extLst xmlns:a="http://schemas.openxmlformats.org/drawingml/2006/main">
              <a:ext uri="{FF2B5EF4-FFF2-40B4-BE49-F238E27FC236}">
                <a16:creationId xmlns:a16="http://schemas.microsoft.com/office/drawing/2014/main" id="{6D2BF5AD-9FB5-4AA8-A26C-C7E691A8B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4914900"/>
            <a:ext cx="2143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A8BCC4"/>
                </a:solidFill>
                <a:latin typeface="Arial"/>
                <a:ea typeface="Arial"/>
                <a:cs typeface="Arial"/>
              </a:defRPr>
            </a:pPr>
            <a:r>
              <a:rPr sz="915" b="0">
                <a:solidFill>
                  <a:srgbClr val="A8BCC4"/>
                </a:solidFill>
                <a:latin typeface="Arial"/>
                <a:ea typeface="Arial"/>
                <a:cs typeface="Arial"/>
              </a:rPr>
              <a:t>Recall semântico com filtros nativos por usuário/área.</a:t>
            </a:r>
          </a:p>
        </p:txBody>
      </p:sp>
      <p:sp>
        <p:nvSpPr>
          <p:cNvPr id="142" name="tech-vector-line">
            <a:extLst xmlns:a="http://schemas.openxmlformats.org/drawingml/2006/main">
              <a:ext uri="{FF2B5EF4-FFF2-40B4-BE49-F238E27FC236}">
                <a16:creationId xmlns:a16="http://schemas.microsoft.com/office/drawing/2014/main" id="{65CD6D49-9132-48F5-A155-DE6047256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0" y="5295900"/>
            <a:ext cx="27336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E49"/>
          </a:solidFill>
          <a:ln xmlns:a="http://schemas.openxmlformats.org/drawingml/2006/main" w="0">
            <a:solidFill>
              <a:srgbClr val="163E49"/>
            </a:solidFill>
            <a:prstDash val="solid"/>
          </a:ln>
        </p:spPr>
      </p:sp>
      <p:sp>
        <p:nvSpPr>
          <p:cNvPr id="143" name="tech-search-icon">
            <a:extLst xmlns:a="http://schemas.openxmlformats.org/drawingml/2006/main">
              <a:ext uri="{FF2B5EF4-FFF2-40B4-BE49-F238E27FC236}">
                <a16:creationId xmlns:a16="http://schemas.microsoft.com/office/drawing/2014/main" id="{B9FABA98-ADA1-4D9F-A0CC-D8FE985BF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0" y="5381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3441"/>
          </a:solidFill>
          <a:ln xmlns:a="http://schemas.openxmlformats.org/drawingml/2006/main" w="9525">
            <a:solidFill>
              <a:srgbClr val="24505C"/>
            </a:solidFill>
            <a:prstDash val="solid"/>
          </a:ln>
        </p:spPr>
      </p:sp>
      <p:sp>
        <p:nvSpPr>
          <p:cNvPr id="144" name="tech-search-code">
            <a:extLst xmlns:a="http://schemas.openxmlformats.org/drawingml/2006/main">
              <a:ext uri="{FF2B5EF4-FFF2-40B4-BE49-F238E27FC236}">
                <a16:creationId xmlns:a16="http://schemas.microsoft.com/office/drawing/2014/main" id="{FB396DE8-AFE3-4EC0-9B55-1E2C9DEE4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0" y="53816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00ED64"/>
                </a:solidFill>
                <a:latin typeface="Courier New"/>
                <a:ea typeface="Courier New"/>
                <a:cs typeface="Courier New"/>
              </a:defRPr>
            </a:pPr>
            <a:r>
              <a:rPr sz="938" b="1">
                <a:solidFill>
                  <a:srgbClr val="00ED64"/>
                </a:solidFill>
                <a:latin typeface="Courier New"/>
                <a:ea typeface="Courier New"/>
                <a:cs typeface="Courier New"/>
              </a:rPr>
              <a:t>S</a:t>
            </a:r>
          </a:p>
        </p:txBody>
      </p:sp>
      <p:sp>
        <p:nvSpPr>
          <p:cNvPr id="145" name="tech-search-title">
            <a:extLst xmlns:a="http://schemas.openxmlformats.org/drawingml/2006/main">
              <a:ext uri="{FF2B5EF4-FFF2-40B4-BE49-F238E27FC236}">
                <a16:creationId xmlns:a16="http://schemas.microsoft.com/office/drawing/2014/main" id="{D9AE39CF-4998-4995-8824-6DBE83E50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5372100"/>
            <a:ext cx="21431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Atlas Search</a:t>
            </a:r>
          </a:p>
        </p:txBody>
      </p:sp>
      <p:sp>
        <p:nvSpPr>
          <p:cNvPr id="146" name="tech-search-body">
            <a:extLst xmlns:a="http://schemas.openxmlformats.org/drawingml/2006/main">
              <a:ext uri="{FF2B5EF4-FFF2-40B4-BE49-F238E27FC236}">
                <a16:creationId xmlns:a16="http://schemas.microsoft.com/office/drawing/2014/main" id="{5536190F-619D-4067-B495-EB71EAA6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5591175"/>
            <a:ext cx="2143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A8BCC4"/>
                </a:solidFill>
                <a:latin typeface="Arial"/>
                <a:ea typeface="Arial"/>
                <a:cs typeface="Arial"/>
              </a:defRPr>
            </a:pPr>
            <a:r>
              <a:rPr sz="915" b="0">
                <a:solidFill>
                  <a:srgbClr val="A8BCC4"/>
                </a:solidFill>
                <a:latin typeface="Arial"/>
                <a:ea typeface="Arial"/>
                <a:cs typeface="Arial"/>
              </a:rPr>
              <a:t>Lexical + híbrido para fatos, políticas e conhecimento.</a:t>
            </a:r>
          </a:p>
        </p:txBody>
      </p:sp>
      <p:sp>
        <p:nvSpPr>
          <p:cNvPr id="147" name="tech-search-line">
            <a:extLst xmlns:a="http://schemas.openxmlformats.org/drawingml/2006/main">
              <a:ext uri="{FF2B5EF4-FFF2-40B4-BE49-F238E27FC236}">
                <a16:creationId xmlns:a16="http://schemas.microsoft.com/office/drawing/2014/main" id="{47C8C940-BD25-4851-9D24-DA7D4C500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0" y="5972175"/>
            <a:ext cx="27336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E49"/>
          </a:solidFill>
          <a:ln xmlns:a="http://schemas.openxmlformats.org/drawingml/2006/main" w="0">
            <a:solidFill>
              <a:srgbClr val="163E49"/>
            </a:solidFill>
            <a:prstDash val="solid"/>
          </a:ln>
        </p:spPr>
      </p:sp>
      <p:sp>
        <p:nvSpPr>
          <p:cNvPr id="148" name="tech-acid-icon">
            <a:extLst xmlns:a="http://schemas.openxmlformats.org/drawingml/2006/main">
              <a:ext uri="{FF2B5EF4-FFF2-40B4-BE49-F238E27FC236}">
                <a16:creationId xmlns:a16="http://schemas.microsoft.com/office/drawing/2014/main" id="{E3F3881A-1A8C-49F6-A88C-1CE7D718F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0" y="60579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3441"/>
          </a:solidFill>
          <a:ln xmlns:a="http://schemas.openxmlformats.org/drawingml/2006/main" w="9525">
            <a:solidFill>
              <a:srgbClr val="24505C"/>
            </a:solidFill>
            <a:prstDash val="solid"/>
          </a:ln>
        </p:spPr>
      </p:sp>
      <p:sp>
        <p:nvSpPr>
          <p:cNvPr id="149" name="tech-acid-code">
            <a:extLst xmlns:a="http://schemas.openxmlformats.org/drawingml/2006/main">
              <a:ext uri="{FF2B5EF4-FFF2-40B4-BE49-F238E27FC236}">
                <a16:creationId xmlns:a16="http://schemas.microsoft.com/office/drawing/2014/main" id="{326D5603-BDD0-4476-8EBB-3D73951E6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0" y="60579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00ED64"/>
                </a:solidFill>
                <a:latin typeface="Courier New"/>
                <a:ea typeface="Courier New"/>
                <a:cs typeface="Courier New"/>
              </a:defRPr>
            </a:pPr>
            <a:r>
              <a:rPr sz="938" b="1">
                <a:solidFill>
                  <a:srgbClr val="00ED64"/>
                </a:solidFill>
                <a:latin typeface="Courier New"/>
                <a:ea typeface="Courier New"/>
                <a:cs typeface="Courier New"/>
              </a:rPr>
              <a:t>ACID</a:t>
            </a:r>
          </a:p>
        </p:txBody>
      </p:sp>
      <p:sp>
        <p:nvSpPr>
          <p:cNvPr id="150" name="tech-acid-title">
            <a:extLst xmlns:a="http://schemas.openxmlformats.org/drawingml/2006/main">
              <a:ext uri="{FF2B5EF4-FFF2-40B4-BE49-F238E27FC236}">
                <a16:creationId xmlns:a16="http://schemas.microsoft.com/office/drawing/2014/main" id="{4EDAD1D8-E620-4259-BFF8-F712B7EEA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6048375"/>
            <a:ext cx="21431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TTL + transações</a:t>
            </a:r>
          </a:p>
        </p:txBody>
      </p:sp>
      <p:sp>
        <p:nvSpPr>
          <p:cNvPr id="151" name="tech-acid-body">
            <a:extLst xmlns:a="http://schemas.openxmlformats.org/drawingml/2006/main">
              <a:ext uri="{FF2B5EF4-FFF2-40B4-BE49-F238E27FC236}">
                <a16:creationId xmlns:a16="http://schemas.microsoft.com/office/drawing/2014/main" id="{FCE37694-1D60-4F96-8E7D-ACC875724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6267450"/>
            <a:ext cx="2143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A8BCC4"/>
                </a:solidFill>
                <a:latin typeface="Arial"/>
                <a:ea typeface="Arial"/>
                <a:cs typeface="Arial"/>
              </a:defRPr>
            </a:pPr>
            <a:r>
              <a:rPr sz="915" b="0">
                <a:solidFill>
                  <a:srgbClr val="A8BCC4"/>
                </a:solidFill>
                <a:latin typeface="Arial"/>
                <a:ea typeface="Arial"/>
                <a:cs typeface="Arial"/>
              </a:rPr>
              <a:t>Expiração, supersession e consistência da memória compartilhada.</a:t>
            </a:r>
          </a:p>
        </p:txBody>
      </p:sp>
      <p:sp>
        <p:nvSpPr>
          <p:cNvPr id="152" name="tech-acid-line">
            <a:extLst xmlns:a="http://schemas.openxmlformats.org/drawingml/2006/main">
              <a:ext uri="{FF2B5EF4-FFF2-40B4-BE49-F238E27FC236}">
                <a16:creationId xmlns:a16="http://schemas.microsoft.com/office/drawing/2014/main" id="{F096C75B-8E8A-4E2B-8756-AAB86FE34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0" y="6648450"/>
            <a:ext cx="27336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E49"/>
          </a:solidFill>
          <a:ln xmlns:a="http://schemas.openxmlformats.org/drawingml/2006/main" w="0">
            <a:solidFill>
              <a:srgbClr val="163E49"/>
            </a:solidFill>
            <a:prstDash val="solid"/>
          </a:ln>
        </p:spPr>
      </p:sp>
      <p:sp>
        <p:nvSpPr>
          <p:cNvPr id="153" name="tech-footnote">
            <a:extLst xmlns:a="http://schemas.openxmlformats.org/drawingml/2006/main">
              <a:ext uri="{FF2B5EF4-FFF2-40B4-BE49-F238E27FC236}">
                <a16:creationId xmlns:a16="http://schemas.microsoft.com/office/drawing/2014/main" id="{0F77D180-F6AB-4F21-81FA-71C937A6A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67722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8BCC4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8BCC4"/>
                </a:solidFill>
                <a:latin typeface="Arial"/>
                <a:ea typeface="Arial"/>
                <a:cs typeface="Arial"/>
              </a:rPr>
              <a:t>PoV atual: $vectorSearch + find/aggregate. $search é evolução híbrida.</a:t>
            </a:r>
          </a:p>
        </p:txBody>
      </p:sp>
      <p:sp>
        <p:nvSpPr>
          <p:cNvPr id="154" name="rbc-strip">
            <a:extLst xmlns:a="http://schemas.openxmlformats.org/drawingml/2006/main">
              <a:ext uri="{FF2B5EF4-FFF2-40B4-BE49-F238E27FC236}">
                <a16:creationId xmlns:a16="http://schemas.microsoft.com/office/drawing/2014/main" id="{050A9C51-9551-4F8C-A772-DEEED31DC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0"/>
            <a:ext cx="1415415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32633"/>
          </a:solidFill>
          <a:ln xmlns:a="http://schemas.openxmlformats.org/drawingml/2006/main" w="9525">
            <a:solidFill>
              <a:srgbClr val="24505C"/>
            </a:solidFill>
            <a:prstDash val="solid"/>
          </a:ln>
        </p:spPr>
      </p:sp>
      <p:sp>
        <p:nvSpPr>
          <p:cNvPr id="155" name="rbc-kicker">
            <a:extLst xmlns:a="http://schemas.openxmlformats.org/drawingml/2006/main">
              <a:ext uri="{FF2B5EF4-FFF2-40B4-BE49-F238E27FC236}">
                <a16:creationId xmlns:a16="http://schemas.microsoft.com/office/drawing/2014/main" id="{D77D09D9-438A-44A8-8D7C-AF727E922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10450"/>
            <a:ext cx="16668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00ED64"/>
                </a:solidFill>
                <a:latin typeface="Courier New"/>
                <a:ea typeface="Courier New"/>
                <a:cs typeface="Courier New"/>
              </a:defRPr>
            </a:pPr>
            <a:r>
              <a:rPr sz="915" b="1">
                <a:solidFill>
                  <a:srgbClr val="00ED64"/>
                </a:solidFill>
                <a:latin typeface="Courier New"/>
                <a:ea typeface="Courier New"/>
                <a:cs typeface="Courier New"/>
              </a:rPr>
              <a:t>RESULTADO</a:t>
            </a:r>
          </a:p>
          <a:p xmlns:a="http://schemas.openxmlformats.org/drawingml/2006/main">
            <a:pPr algn="l">
              <a:defRPr sz="915" b="1">
                <a:solidFill>
                  <a:srgbClr val="00ED64"/>
                </a:solidFill>
                <a:latin typeface="Courier New"/>
                <a:ea typeface="Courier New"/>
                <a:cs typeface="Courier New"/>
              </a:defRPr>
            </a:pPr>
            <a:r>
              <a:rPr sz="915" b="1">
                <a:solidFill>
                  <a:srgbClr val="00ED64"/>
                </a:solidFill>
                <a:latin typeface="Courier New"/>
                <a:ea typeface="Courier New"/>
                <a:cs typeface="Courier New"/>
              </a:rPr>
              <a:t>DO AGENT MEMORY</a:t>
            </a:r>
          </a:p>
        </p:txBody>
      </p:sp>
      <p:sp>
        <p:nvSpPr>
          <p:cNvPr id="156" name="rbc-separator">
            <a:extLst xmlns:a="http://schemas.openxmlformats.org/drawingml/2006/main">
              <a:ext uri="{FF2B5EF4-FFF2-40B4-BE49-F238E27FC236}">
                <a16:creationId xmlns:a16="http://schemas.microsoft.com/office/drawing/2014/main" id="{2908C1C2-177F-4FF5-A6F1-FAF39C3C7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737235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05C"/>
          </a:solidFill>
          <a:ln xmlns:a="http://schemas.openxmlformats.org/drawingml/2006/main" w="0">
            <a:solidFill>
              <a:srgbClr val="24505C"/>
            </a:solidFill>
            <a:prstDash val="solid"/>
          </a:ln>
        </p:spPr>
      </p:sp>
      <p:sp>
        <p:nvSpPr>
          <p:cNvPr id="157" name="rbc-r">
            <a:extLst xmlns:a="http://schemas.openxmlformats.org/drawingml/2006/main">
              <a:ext uri="{FF2B5EF4-FFF2-40B4-BE49-F238E27FC236}">
                <a16:creationId xmlns:a16="http://schemas.microsoft.com/office/drawing/2014/main" id="{4263CA4B-A7DF-45BD-B628-60D630D15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7419975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84A"/>
          </a:solidFill>
          <a:ln xmlns:a="http://schemas.openxmlformats.org/drawingml/2006/main" w="9525">
            <a:solidFill>
              <a:srgbClr val="00ED64"/>
            </a:solidFill>
            <a:prstDash val="solid"/>
          </a:ln>
        </p:spPr>
      </p:sp>
      <p:sp>
        <p:nvSpPr>
          <p:cNvPr id="158" name="rbc-r-text">
            <a:extLst xmlns:a="http://schemas.openxmlformats.org/drawingml/2006/main">
              <a:ext uri="{FF2B5EF4-FFF2-40B4-BE49-F238E27FC236}">
                <a16:creationId xmlns:a16="http://schemas.microsoft.com/office/drawing/2014/main" id="{E68EC733-AC91-41B4-A0FA-DD421FF33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74199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R</a:t>
            </a:r>
          </a:p>
        </p:txBody>
      </p:sp>
      <p:sp>
        <p:nvSpPr>
          <p:cNvPr id="159" name="rbc-r-title">
            <a:extLst xmlns:a="http://schemas.openxmlformats.org/drawingml/2006/main">
              <a:ext uri="{FF2B5EF4-FFF2-40B4-BE49-F238E27FC236}">
                <a16:creationId xmlns:a16="http://schemas.microsoft.com/office/drawing/2014/main" id="{CB2F94B8-EBB8-4E2A-AF63-856A1560D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740092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1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Reliable</a:t>
            </a:r>
          </a:p>
        </p:txBody>
      </p:sp>
      <p:sp>
        <p:nvSpPr>
          <p:cNvPr id="160" name="rbc-r-body">
            <a:extLst xmlns:a="http://schemas.openxmlformats.org/drawingml/2006/main">
              <a:ext uri="{FF2B5EF4-FFF2-40B4-BE49-F238E27FC236}">
                <a16:creationId xmlns:a16="http://schemas.microsoft.com/office/drawing/2014/main" id="{303A1F52-3ED2-4B8E-AB8A-5BF082C49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762952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A8BCC4"/>
                </a:solidFill>
                <a:latin typeface="Arial"/>
                <a:ea typeface="Arial"/>
                <a:cs typeface="Arial"/>
              </a:defRPr>
            </a:pPr>
            <a:r>
              <a:rPr sz="930" b="0">
                <a:solidFill>
                  <a:srgbClr val="A8BCC4"/>
                </a:solidFill>
                <a:latin typeface="Arial"/>
                <a:ea typeface="Arial"/>
                <a:cs typeface="Arial"/>
              </a:rPr>
              <a:t>contexto histórico correto</a:t>
            </a:r>
          </a:p>
        </p:txBody>
      </p:sp>
      <p:sp>
        <p:nvSpPr>
          <p:cNvPr id="161" name="rbc-b">
            <a:extLst xmlns:a="http://schemas.openxmlformats.org/drawingml/2006/main">
              <a:ext uri="{FF2B5EF4-FFF2-40B4-BE49-F238E27FC236}">
                <a16:creationId xmlns:a16="http://schemas.microsoft.com/office/drawing/2014/main" id="{76A73D2B-DB9F-4636-849B-3DC8201B2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7419975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84A"/>
          </a:solidFill>
          <a:ln xmlns:a="http://schemas.openxmlformats.org/drawingml/2006/main" w="9525">
            <a:solidFill>
              <a:srgbClr val="00ED64"/>
            </a:solidFill>
            <a:prstDash val="solid"/>
          </a:ln>
        </p:spPr>
      </p:sp>
      <p:sp>
        <p:nvSpPr>
          <p:cNvPr id="162" name="rbc-b-text">
            <a:extLst xmlns:a="http://schemas.openxmlformats.org/drawingml/2006/main">
              <a:ext uri="{FF2B5EF4-FFF2-40B4-BE49-F238E27FC236}">
                <a16:creationId xmlns:a16="http://schemas.microsoft.com/office/drawing/2014/main" id="{F1E2B3F8-D97C-4481-A601-357600304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74199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B</a:t>
            </a:r>
          </a:p>
        </p:txBody>
      </p:sp>
      <p:sp>
        <p:nvSpPr>
          <p:cNvPr id="163" name="rbc-b-title">
            <a:extLst xmlns:a="http://schemas.openxmlformats.org/drawingml/2006/main">
              <a:ext uri="{FF2B5EF4-FFF2-40B4-BE49-F238E27FC236}">
                <a16:creationId xmlns:a16="http://schemas.microsoft.com/office/drawing/2014/main" id="{AE7B2872-2724-4BE7-8D0C-75499D25D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740092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1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Believable</a:t>
            </a:r>
          </a:p>
        </p:txBody>
      </p:sp>
      <p:sp>
        <p:nvSpPr>
          <p:cNvPr id="164" name="rbc-b-body">
            <a:extLst xmlns:a="http://schemas.openxmlformats.org/drawingml/2006/main">
              <a:ext uri="{FF2B5EF4-FFF2-40B4-BE49-F238E27FC236}">
                <a16:creationId xmlns:a16="http://schemas.microsoft.com/office/drawing/2014/main" id="{FD0E5EB1-362A-4EC1-BCD7-6E5C06EFB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762952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A8BCC4"/>
                </a:solidFill>
                <a:latin typeface="Arial"/>
                <a:ea typeface="Arial"/>
                <a:cs typeface="Arial"/>
              </a:defRPr>
            </a:pPr>
            <a:r>
              <a:rPr sz="930" b="0">
                <a:solidFill>
                  <a:srgbClr val="A8BCC4"/>
                </a:solidFill>
                <a:latin typeface="Arial"/>
                <a:ea typeface="Arial"/>
                <a:cs typeface="Arial"/>
              </a:rPr>
              <a:t>interações consistentes</a:t>
            </a:r>
          </a:p>
        </p:txBody>
      </p:sp>
      <p:sp>
        <p:nvSpPr>
          <p:cNvPr id="165" name="rbc-c">
            <a:extLst xmlns:a="http://schemas.openxmlformats.org/drawingml/2006/main">
              <a:ext uri="{FF2B5EF4-FFF2-40B4-BE49-F238E27FC236}">
                <a16:creationId xmlns:a16="http://schemas.microsoft.com/office/drawing/2014/main" id="{9FFB4E32-2BC6-42E3-955D-632B22551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7419975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84A"/>
          </a:solidFill>
          <a:ln xmlns:a="http://schemas.openxmlformats.org/drawingml/2006/main" w="9525">
            <a:solidFill>
              <a:srgbClr val="00ED64"/>
            </a:solidFill>
            <a:prstDash val="solid"/>
          </a:ln>
        </p:spPr>
      </p:sp>
      <p:sp>
        <p:nvSpPr>
          <p:cNvPr id="166" name="rbc-c-text">
            <a:extLst xmlns:a="http://schemas.openxmlformats.org/drawingml/2006/main">
              <a:ext uri="{FF2B5EF4-FFF2-40B4-BE49-F238E27FC236}">
                <a16:creationId xmlns:a16="http://schemas.microsoft.com/office/drawing/2014/main" id="{0D701623-3546-400B-9BCA-755AEFDE1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74199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C</a:t>
            </a:r>
          </a:p>
        </p:txBody>
      </p:sp>
      <p:sp>
        <p:nvSpPr>
          <p:cNvPr id="167" name="rbc-c-title">
            <a:extLst xmlns:a="http://schemas.openxmlformats.org/drawingml/2006/main">
              <a:ext uri="{FF2B5EF4-FFF2-40B4-BE49-F238E27FC236}">
                <a16:creationId xmlns:a16="http://schemas.microsoft.com/office/drawing/2014/main" id="{3F01F91F-9574-4A32-8A0F-40B2D98D1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740092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1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Capable</a:t>
            </a:r>
          </a:p>
        </p:txBody>
      </p:sp>
      <p:sp>
        <p:nvSpPr>
          <p:cNvPr id="168" name="rbc-c-body">
            <a:extLst xmlns:a="http://schemas.openxmlformats.org/drawingml/2006/main">
              <a:ext uri="{FF2B5EF4-FFF2-40B4-BE49-F238E27FC236}">
                <a16:creationId xmlns:a16="http://schemas.microsoft.com/office/drawing/2014/main" id="{B75794CF-829A-44C9-8699-37E21FCBB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762952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A8BCC4"/>
                </a:solidFill>
                <a:latin typeface="Arial"/>
                <a:ea typeface="Arial"/>
                <a:cs typeface="Arial"/>
              </a:defRPr>
            </a:pPr>
            <a:r>
              <a:rPr sz="930" b="0">
                <a:solidFill>
                  <a:srgbClr val="A8BCC4"/>
                </a:solidFill>
                <a:latin typeface="Arial"/>
                <a:ea typeface="Arial"/>
                <a:cs typeface="Arial"/>
              </a:rPr>
              <a:t>conhecimento acumulado vira ação</a:t>
            </a:r>
          </a:p>
        </p:txBody>
      </p:sp>
      <p:sp>
        <p:nvSpPr>
          <p:cNvPr id="169" name="rbc-punchline">
            <a:extLst xmlns:a="http://schemas.openxmlformats.org/drawingml/2006/main">
              <a:ext uri="{FF2B5EF4-FFF2-40B4-BE49-F238E27FC236}">
                <a16:creationId xmlns:a16="http://schemas.microsoft.com/office/drawing/2014/main" id="{7D74041E-1751-46B3-992F-1BFF4CBE0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2025" y="7410450"/>
            <a:ext cx="203835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1FF05"/>
          </a:solidFill>
          <a:ln xmlns:a="http://schemas.openxmlformats.org/drawingml/2006/main" w="9525">
            <a:solidFill>
              <a:srgbClr val="B1FF05"/>
            </a:solidFill>
            <a:prstDash val="solid"/>
          </a:ln>
        </p:spPr>
      </p:sp>
      <p:sp>
        <p:nvSpPr>
          <p:cNvPr id="170" name="rbc-punchline-text">
            <a:extLst xmlns:a="http://schemas.openxmlformats.org/drawingml/2006/main">
              <a:ext uri="{FF2B5EF4-FFF2-40B4-BE49-F238E27FC236}">
                <a16:creationId xmlns:a16="http://schemas.microsoft.com/office/drawing/2014/main" id="{A8D68D20-287B-4A6C-8EE2-6BA3AEAD6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2025" y="741045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10" b="1">
                <a:solidFill>
                  <a:srgbClr val="00141D"/>
                </a:solidFill>
                <a:latin typeface="Courier New"/>
                <a:ea typeface="Courier New"/>
                <a:cs typeface="Courier New"/>
              </a:defRPr>
            </a:pPr>
            <a:r>
              <a:rPr sz="810" b="1">
                <a:solidFill>
                  <a:srgbClr val="00141D"/>
                </a:solidFill>
                <a:latin typeface="Courier New"/>
                <a:ea typeface="Courier New"/>
                <a:cs typeface="Courier New"/>
              </a:rPr>
              <a:t>STATEFUL → ADAPTIVE</a:t>
            </a:r>
          </a:p>
        </p:txBody>
      </p:sp>
      <p:sp>
        <p:nvSpPr>
          <p:cNvPr id="171" name="footer">
            <a:extLst xmlns:a="http://schemas.openxmlformats.org/drawingml/2006/main">
              <a:ext uri="{FF2B5EF4-FFF2-40B4-BE49-F238E27FC236}">
                <a16:creationId xmlns:a16="http://schemas.microsoft.com/office/drawing/2014/main" id="{2DDF7272-FEBC-4D78-BFA8-07495C1D9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72450"/>
            <a:ext cx="15240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41D"/>
          </a:solidFill>
          <a:ln xmlns:a="http://schemas.openxmlformats.org/drawingml/2006/main" w="0">
            <a:solidFill>
              <a:srgbClr val="00141D"/>
            </a:solidFill>
            <a:prstDash val="solid"/>
          </a:ln>
        </p:spPr>
      </p:sp>
      <p:sp>
        <p:nvSpPr>
          <p:cNvPr id="172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05EB902-022E-43AA-9BBA-B3FD68568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2772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E8F3F0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E8F3F0"/>
                </a:solidFill>
                <a:latin typeface="Arial"/>
                <a:ea typeface="Arial"/>
                <a:cs typeface="Arial"/>
              </a:rPr>
              <a:t>MongoDB × Voyage AI  |  Agent Memory Architecture</a:t>
            </a:r>
          </a:p>
        </p:txBody>
      </p:sp>
      <p:sp>
        <p:nvSpPr>
          <p:cNvPr id="173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62B4E73A-1343-46B9-9A8A-FF0333CFA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826770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8BCC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8BCC4"/>
                </a:solidFill>
                <a:latin typeface="Arial"/>
                <a:ea typeface="Arial"/>
                <a:cs typeface="Arial"/>
              </a:rPr>
              <a:t>Referências: mongodb.com  •  MongoDB Agent Memory Guide  •  PoV implementation-handoff</a:t>
            </a:r>
          </a:p>
        </p:txBody>
      </p:sp>
    </p:spTree>
    <p:extLst>
      <p:ext uri="{BB962C8B-B14F-4D97-AF65-F5344CB8AC3E}">
        <p14:creationId xmlns:p14="http://schemas.microsoft.com/office/powerpoint/2010/main" val="6128280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2026-07-17T19:49:04.8440000Z</dcterms:created>
  <dcterms:modified xsi:type="dcterms:W3CDTF">2026-07-17T19:49:04.8440000Z</dcterms:modified>
</coreProperties>
</file>